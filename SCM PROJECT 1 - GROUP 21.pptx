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Fira Sans Extra Condensed Medium"/>
      <p:regular r:id="rId28"/>
      <p:bold r:id="rId29"/>
      <p:italic r:id="rId30"/>
      <p:boldItalic r:id="rId31"/>
    </p:embeddedFont>
    <p:embeddedFont>
      <p:font typeface="Spectral"/>
      <p:regular r:id="rId32"/>
      <p:bold r:id="rId33"/>
      <p:italic r:id="rId34"/>
      <p:boldItalic r:id="rId35"/>
    </p:embeddedFont>
    <p:embeddedFont>
      <p:font typeface="Open Sans ExtraBold"/>
      <p:bold r:id="rId36"/>
      <p:boldItalic r:id="rId37"/>
    </p:embeddedFont>
    <p:embeddedFont>
      <p:font typeface="DM Serif Display"/>
      <p:regular r:id="rId38"/>
      <p:italic r:id="rId39"/>
    </p:embeddedFont>
    <p:embeddedFont>
      <p:font typeface="Open Sans Light"/>
      <p:regular r:id="rId40"/>
      <p:bold r:id="rId41"/>
      <p:italic r:id="rId42"/>
      <p:boldItalic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Light-regular.fntdata"/><Relationship Id="rId20" Type="http://schemas.openxmlformats.org/officeDocument/2006/relationships/slide" Target="slides/slide16.xml"/><Relationship Id="rId42" Type="http://schemas.openxmlformats.org/officeDocument/2006/relationships/font" Target="fonts/OpenSansLight-italic.fntdata"/><Relationship Id="rId41" Type="http://schemas.openxmlformats.org/officeDocument/2006/relationships/font" Target="fonts/OpenSansLight-bold.fntdata"/><Relationship Id="rId22" Type="http://schemas.openxmlformats.org/officeDocument/2006/relationships/slide" Target="slides/slide18.xml"/><Relationship Id="rId44" Type="http://schemas.openxmlformats.org/officeDocument/2006/relationships/font" Target="fonts/OpenSans-regular.fntdata"/><Relationship Id="rId21" Type="http://schemas.openxmlformats.org/officeDocument/2006/relationships/slide" Target="slides/slide17.xml"/><Relationship Id="rId43" Type="http://schemas.openxmlformats.org/officeDocument/2006/relationships/font" Target="fonts/OpenSansLight-boldItalic.fntdata"/><Relationship Id="rId24" Type="http://schemas.openxmlformats.org/officeDocument/2006/relationships/slide" Target="slides/slide20.xml"/><Relationship Id="rId46" Type="http://schemas.openxmlformats.org/officeDocument/2006/relationships/font" Target="fonts/OpenSans-italic.fntdata"/><Relationship Id="rId23" Type="http://schemas.openxmlformats.org/officeDocument/2006/relationships/slide" Target="slides/slide19.xml"/><Relationship Id="rId45"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OpenSans-boldItalic.fntdata"/><Relationship Id="rId28" Type="http://schemas.openxmlformats.org/officeDocument/2006/relationships/font" Target="fonts/FiraSansExtraCondensedMedium-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FiraSansExtraCondensedMedium-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FiraSansExtraCondensedMedium-boldItalic.fntdata"/><Relationship Id="rId30" Type="http://schemas.openxmlformats.org/officeDocument/2006/relationships/font" Target="fonts/FiraSansExtraCondensedMedium-italic.fntdata"/><Relationship Id="rId11" Type="http://schemas.openxmlformats.org/officeDocument/2006/relationships/slide" Target="slides/slide7.xml"/><Relationship Id="rId33" Type="http://schemas.openxmlformats.org/officeDocument/2006/relationships/font" Target="fonts/Spectral-bold.fntdata"/><Relationship Id="rId10" Type="http://schemas.openxmlformats.org/officeDocument/2006/relationships/slide" Target="slides/slide6.xml"/><Relationship Id="rId32" Type="http://schemas.openxmlformats.org/officeDocument/2006/relationships/font" Target="fonts/Spectral-regular.fntdata"/><Relationship Id="rId13" Type="http://schemas.openxmlformats.org/officeDocument/2006/relationships/slide" Target="slides/slide9.xml"/><Relationship Id="rId35" Type="http://schemas.openxmlformats.org/officeDocument/2006/relationships/font" Target="fonts/Spectral-boldItalic.fntdata"/><Relationship Id="rId12" Type="http://schemas.openxmlformats.org/officeDocument/2006/relationships/slide" Target="slides/slide8.xml"/><Relationship Id="rId34" Type="http://schemas.openxmlformats.org/officeDocument/2006/relationships/font" Target="fonts/Spectral-italic.fntdata"/><Relationship Id="rId15" Type="http://schemas.openxmlformats.org/officeDocument/2006/relationships/slide" Target="slides/slide11.xml"/><Relationship Id="rId37" Type="http://schemas.openxmlformats.org/officeDocument/2006/relationships/font" Target="fonts/OpenSansExtraBold-boldItalic.fntdata"/><Relationship Id="rId14" Type="http://schemas.openxmlformats.org/officeDocument/2006/relationships/slide" Target="slides/slide10.xml"/><Relationship Id="rId36" Type="http://schemas.openxmlformats.org/officeDocument/2006/relationships/font" Target="fonts/OpenSansExtraBold-bold.fntdata"/><Relationship Id="rId17" Type="http://schemas.openxmlformats.org/officeDocument/2006/relationships/slide" Target="slides/slide13.xml"/><Relationship Id="rId39" Type="http://schemas.openxmlformats.org/officeDocument/2006/relationships/font" Target="fonts/DMSerifDisplay-italic.fntdata"/><Relationship Id="rId16" Type="http://schemas.openxmlformats.org/officeDocument/2006/relationships/slide" Target="slides/slide12.xml"/><Relationship Id="rId38" Type="http://schemas.openxmlformats.org/officeDocument/2006/relationships/font" Target="fonts/DMSerifDisplay-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our-company/verizon-fact-sheet" TargetMode="External"/><Relationship Id="rId3" Type="http://schemas.openxmlformats.org/officeDocument/2006/relationships/hyperlink" Target="https://www.verizon.com/about/sites/default/files/2024-Annual-Report-on-Form-10k.pdf" TargetMode="External"/><Relationship Id="rId4" Type="http://schemas.openxmlformats.org/officeDocument/2006/relationships/hyperlink" Target="https://www.verizon.com/about/our-company/verizon-fact-shee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our-company/verizon-fact-sheet" TargetMode="External"/><Relationship Id="rId3" Type="http://schemas.openxmlformats.org/officeDocument/2006/relationships/hyperlink" Target="https://www.verizon.com/shop/"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business/solutions/" TargetMode="External"/><Relationship Id="rId3" Type="http://schemas.openxmlformats.org/officeDocument/2006/relationships/hyperlink" Target="https://www.verizon.com/about/sites/default/files/2024-Annual-Report-on-Form-10k.pd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our-company/verizon-fact-sheet" TargetMode="External"/><Relationship Id="rId3" Type="http://schemas.openxmlformats.org/officeDocument/2006/relationships/hyperlink" Target="https://www.50pros.com/fortune50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our-company/verizon-fact-sheet" TargetMode="External"/><Relationship Id="rId3" Type="http://schemas.openxmlformats.org/officeDocument/2006/relationships/hyperlink" Target="https://www.theverge.com/2024/9/5/24236519/verizon-frontier-fiber-network-acquisition-20-billion"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our-company"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our-company/who-we-ar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mbrex.com/resources/strategy-of-the-fortune-500/strategy-of-verizon-communication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baskool.com/swot-analysis/telecom-service-providers/1936-verizon-communications.html?utm_source=chatgpt.com#google_vignett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news/verizon-raises-financial-guidance-adjusted-ebitda-adjusted-eps-and-free-cash-flow?utm_source=chatgpt.com" TargetMode="External"/><Relationship Id="rId3" Type="http://schemas.openxmlformats.org/officeDocument/2006/relationships/hyperlink" Target="https://www.verizon.com/about/news/verizon-raises-financial-guidance-adjusted-ebitda-adjusted-eps-and-free-cash-flow?utm_source=chatgpt.com"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about/responsibility/sustainability" TargetMode="External"/><Relationship Id="rId3" Type="http://schemas.openxmlformats.org/officeDocument/2006/relationships/hyperlink" Target="https://www.manufacturingdive.com/news/verizon-supplier-orbic-electronics-manufacturing-30m-plant-hauppauge-long-island-new-york/703800/" TargetMode="External"/><Relationship Id="rId4" Type="http://schemas.openxmlformats.org/officeDocument/2006/relationships/hyperlink" Target="https://www.verizon.com/about/our-company/small-business-supplier/supplier-code-of-conduct" TargetMode="External"/><Relationship Id="rId5" Type="http://schemas.openxmlformats.org/officeDocument/2006/relationships/hyperlink" Target="https://www.verizon.com/business/solutions/industry/distribution-logistics/" TargetMode="External"/><Relationship Id="rId6" Type="http://schemas.openxmlformats.org/officeDocument/2006/relationships/hyperlink" Target="https://www.verizon.com/business/resources/whitepapers/iot-supply-chain/"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business/resources/whitepapers/iot-supply-chain/" TargetMode="External"/><Relationship Id="rId3" Type="http://schemas.openxmlformats.org/officeDocument/2006/relationships/hyperlink" Target="https://www.verizon.com/business/resources/articles/s/ai-for-smart-distribution-center-operations/" TargetMode="External"/><Relationship Id="rId4" Type="http://schemas.openxmlformats.org/officeDocument/2006/relationships/hyperlink" Target="https://www.verizon.com/business/solutions/" TargetMode="External"/><Relationship Id="rId5" Type="http://schemas.openxmlformats.org/officeDocument/2006/relationships/hyperlink" Target="https://www.verizon.com/business/solutions/industry/distribution-logistic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rizon.com/business/resources/articles/s/ai-for-smart-distribution-center-operations/" TargetMode="External"/><Relationship Id="rId3" Type="http://schemas.openxmlformats.org/officeDocument/2006/relationships/hyperlink" Target="https://www.verizon.com/business/solutions/" TargetMode="External"/><Relationship Id="rId4" Type="http://schemas.openxmlformats.org/officeDocument/2006/relationships/hyperlink" Target="https://www.verizon.com/business/resources/whitepapers/iot-supply-chain/" TargetMode="External"/><Relationship Id="rId5" Type="http://schemas.openxmlformats.org/officeDocument/2006/relationships/hyperlink" Target="https://www.theverge.com/news/691810/verizon-google-gemini-ai-chatbot-customer-service"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ongress.gov/crs-product/IN12569" TargetMode="External"/><Relationship Id="rId3" Type="http://schemas.openxmlformats.org/officeDocument/2006/relationships/hyperlink" Target="https://www.reuters.com/world/asia-pacific/south-korea-cannot-pay-350-billion-us-tariff-deal-trump-suggests-top-aide-says-2025-09-27/" TargetMode="External"/><Relationship Id="rId4" Type="http://schemas.openxmlformats.org/officeDocument/2006/relationships/hyperlink" Target="https://www.federalregister.gov/documents/2025/08/05/2025-14893/adjusting-imports-of-copper-into-the-united-state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545caf3b90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545caf3b90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 </a:t>
            </a:r>
            <a:endParaRPr/>
          </a:p>
          <a:p>
            <a:pPr indent="0" lvl="0" marL="0" rtl="0" algn="l">
              <a:spcBef>
                <a:spcPts val="0"/>
              </a:spcBef>
              <a:spcAft>
                <a:spcPts val="0"/>
              </a:spcAft>
              <a:buNone/>
            </a:pPr>
            <a:r>
              <a:rPr lang="es" sz="1200" u="sng">
                <a:solidFill>
                  <a:srgbClr val="1155CC"/>
                </a:solidFill>
                <a:latin typeface="Spectral"/>
                <a:ea typeface="Spectral"/>
                <a:cs typeface="Spectral"/>
                <a:sym typeface="Spectral"/>
                <a:hlinkClick r:id="rId2">
                  <a:extLst>
                    <a:ext uri="{A12FA001-AC4F-418D-AE19-62706E023703}">
                      <ahyp:hlinkClr val="tx"/>
                    </a:ext>
                  </a:extLst>
                </a:hlinkClick>
              </a:rPr>
              <a:t>https://www.verizon.com/about/our-company/verizon-fact-sheet</a:t>
            </a:r>
            <a:r>
              <a:rPr lang="es" sz="1200">
                <a:solidFill>
                  <a:schemeClr val="dk1"/>
                </a:solidFill>
                <a:latin typeface="Spectral"/>
                <a:ea typeface="Spectral"/>
                <a:cs typeface="Spectral"/>
                <a:sym typeface="Spectral"/>
              </a:rPr>
              <a:t> </a:t>
            </a:r>
            <a:endParaRPr sz="1200">
              <a:solidFill>
                <a:schemeClr val="dk1"/>
              </a:solidFill>
              <a:latin typeface="Spectral"/>
              <a:ea typeface="Spectral"/>
              <a:cs typeface="Spectral"/>
              <a:sym typeface="Spectral"/>
            </a:endParaRPr>
          </a:p>
          <a:p>
            <a:pPr indent="0" lvl="0" marL="0" rtl="0" algn="l">
              <a:spcBef>
                <a:spcPts val="0"/>
              </a:spcBef>
              <a:spcAft>
                <a:spcPts val="0"/>
              </a:spcAft>
              <a:buNone/>
            </a:pPr>
            <a:r>
              <a:rPr lang="es" sz="1200" u="sng">
                <a:solidFill>
                  <a:srgbClr val="1155CC"/>
                </a:solidFill>
                <a:latin typeface="Spectral"/>
                <a:ea typeface="Spectral"/>
                <a:cs typeface="Spectral"/>
                <a:sym typeface="Spectral"/>
                <a:hlinkClick r:id="rId3">
                  <a:extLst>
                    <a:ext uri="{A12FA001-AC4F-418D-AE19-62706E023703}">
                      <ahyp:hlinkClr val="tx"/>
                    </a:ext>
                  </a:extLst>
                </a:hlinkClick>
              </a:rPr>
              <a:t>https://www.verizon.com/about/sites/default/files/2024-Annual-Report-on-Form-10k.pdf</a:t>
            </a:r>
            <a:endParaRPr sz="1200">
              <a:solidFill>
                <a:schemeClr val="dk1"/>
              </a:solidFill>
              <a:latin typeface="Spectral"/>
              <a:ea typeface="Spectral"/>
              <a:cs typeface="Spectral"/>
              <a:sym typeface="Spectral"/>
            </a:endParaRPr>
          </a:p>
          <a:p>
            <a:pPr indent="0" lvl="0" marL="0" rtl="0" algn="l">
              <a:lnSpc>
                <a:spcPct val="115000"/>
              </a:lnSpc>
              <a:spcBef>
                <a:spcPts val="0"/>
              </a:spcBef>
              <a:spcAft>
                <a:spcPts val="0"/>
              </a:spcAft>
              <a:buNone/>
            </a:pPr>
            <a:r>
              <a:rPr lang="es" sz="1200" u="sng">
                <a:solidFill>
                  <a:srgbClr val="1155CC"/>
                </a:solidFill>
                <a:latin typeface="Spectral"/>
                <a:ea typeface="Spectral"/>
                <a:cs typeface="Spectral"/>
                <a:sym typeface="Spectral"/>
                <a:hlinkClick r:id="rId4">
                  <a:extLst>
                    <a:ext uri="{A12FA001-AC4F-418D-AE19-62706E023703}">
                      <ahyp:hlinkClr val="tx"/>
                    </a:ext>
                  </a:extLst>
                </a:hlinkClick>
              </a:rPr>
              <a:t>https://www.verizon.com/about/our-company/verizon-fact-sheet</a:t>
            </a:r>
            <a:r>
              <a:rPr lang="es" sz="1200">
                <a:solidFill>
                  <a:schemeClr val="dk1"/>
                </a:solidFill>
                <a:latin typeface="Spectral"/>
                <a:ea typeface="Spectral"/>
                <a:cs typeface="Spectral"/>
                <a:sym typeface="Spectral"/>
              </a:rPr>
              <a:t> </a:t>
            </a:r>
            <a:endParaRPr sz="1200">
              <a:solidFill>
                <a:schemeClr val="dk1"/>
              </a:solidFill>
              <a:latin typeface="Spectral"/>
              <a:ea typeface="Spectral"/>
              <a:cs typeface="Spectral"/>
              <a:sym typeface="Spectr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68a1cdc49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68a1cdc49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a:t>
            </a:r>
            <a:endParaRPr/>
          </a:p>
          <a:p>
            <a:pPr indent="0" lvl="0" marL="0" rtl="0" algn="l">
              <a:spcBef>
                <a:spcPts val="0"/>
              </a:spcBef>
              <a:spcAft>
                <a:spcPts val="0"/>
              </a:spcAft>
              <a:buNone/>
            </a:pPr>
            <a:r>
              <a:rPr lang="es" u="sng">
                <a:solidFill>
                  <a:schemeClr val="hlink"/>
                </a:solidFill>
                <a:hlinkClick r:id="rId2"/>
              </a:rPr>
              <a:t>https://www.verizon.com/about/our-company/verizon-fact-sheet</a:t>
            </a:r>
            <a:r>
              <a:rPr lang="es"/>
              <a:t>  </a:t>
            </a:r>
            <a:endParaRPr/>
          </a:p>
          <a:p>
            <a:pPr indent="0" lvl="0" marL="0" rtl="0" algn="l">
              <a:spcBef>
                <a:spcPts val="0"/>
              </a:spcBef>
              <a:spcAft>
                <a:spcPts val="0"/>
              </a:spcAft>
              <a:buNone/>
            </a:pPr>
            <a:r>
              <a:rPr lang="es" u="sng">
                <a:solidFill>
                  <a:schemeClr val="hlink"/>
                </a:solidFill>
                <a:hlinkClick r:id="rId3"/>
              </a:rPr>
              <a:t>https://www.verizon.com/shop/</a:t>
            </a:r>
            <a:r>
              <a:rPr lang="es"/>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8a1cdc49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8a1cdc49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Sources Used:</a:t>
            </a:r>
            <a:endParaRPr/>
          </a:p>
          <a:p>
            <a:pPr indent="0" lvl="0" marL="0" rtl="0" algn="l">
              <a:lnSpc>
                <a:spcPct val="115000"/>
              </a:lnSpc>
              <a:spcBef>
                <a:spcPts val="0"/>
              </a:spcBef>
              <a:spcAft>
                <a:spcPts val="0"/>
              </a:spcAft>
              <a:buNone/>
            </a:pPr>
            <a:r>
              <a:rPr lang="es" u="sng">
                <a:solidFill>
                  <a:schemeClr val="hlink"/>
                </a:solidFill>
                <a:hlinkClick r:id="rId2"/>
              </a:rPr>
              <a:t>https://www.verizon.com/business/solutions/</a:t>
            </a:r>
            <a:r>
              <a:rPr lang="es"/>
              <a:t> </a:t>
            </a:r>
            <a:endParaRPr/>
          </a:p>
          <a:p>
            <a:pPr indent="0" lvl="0" marL="0" rtl="0" algn="l">
              <a:lnSpc>
                <a:spcPct val="115000"/>
              </a:lnSpc>
              <a:spcBef>
                <a:spcPts val="0"/>
              </a:spcBef>
              <a:spcAft>
                <a:spcPts val="0"/>
              </a:spcAft>
              <a:buNone/>
            </a:pPr>
            <a:r>
              <a:rPr lang="es" u="sng">
                <a:solidFill>
                  <a:schemeClr val="hlink"/>
                </a:solidFill>
                <a:hlinkClick r:id="rId3"/>
              </a:rPr>
              <a:t>https://www.verizon.com/about/sites/default/files/2024-Annual-Report-on-Form-10k.pdf</a:t>
            </a:r>
            <a:r>
              <a:rPr lang="es"/>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5522eb7919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5522eb7919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a:t>
            </a:r>
            <a:endParaRPr/>
          </a:p>
          <a:p>
            <a:pPr indent="0" lvl="0" marL="0" rtl="0" algn="l">
              <a:spcBef>
                <a:spcPts val="0"/>
              </a:spcBef>
              <a:spcAft>
                <a:spcPts val="0"/>
              </a:spcAft>
              <a:buNone/>
            </a:pPr>
            <a:r>
              <a:rPr lang="es" u="sng">
                <a:solidFill>
                  <a:schemeClr val="hlink"/>
                </a:solidFill>
                <a:hlinkClick r:id="rId2"/>
              </a:rPr>
              <a:t>https://www.verizon.com/about/our-company/verizon-fact-sheet</a:t>
            </a:r>
            <a:r>
              <a:rPr lang="es"/>
              <a:t> </a:t>
            </a:r>
            <a:endParaRPr/>
          </a:p>
          <a:p>
            <a:pPr indent="0" lvl="0" marL="0" rtl="0" algn="l">
              <a:spcBef>
                <a:spcPts val="0"/>
              </a:spcBef>
              <a:spcAft>
                <a:spcPts val="0"/>
              </a:spcAft>
              <a:buNone/>
            </a:pPr>
            <a:r>
              <a:rPr lang="es" u="sng">
                <a:solidFill>
                  <a:schemeClr val="hlink"/>
                </a:solidFill>
                <a:hlinkClick r:id="rId3"/>
              </a:rPr>
              <a:t>https://www.50pros.com/fortune500</a:t>
            </a:r>
            <a:r>
              <a:rPr lang="es"/>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8a1cdc490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68a1cdc490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Sources Used:</a:t>
            </a:r>
            <a:endParaRPr/>
          </a:p>
          <a:p>
            <a:pPr indent="0" lvl="0" marL="0" rtl="0" algn="l">
              <a:lnSpc>
                <a:spcPct val="115000"/>
              </a:lnSpc>
              <a:spcBef>
                <a:spcPts val="0"/>
              </a:spcBef>
              <a:spcAft>
                <a:spcPts val="0"/>
              </a:spcAft>
              <a:buNone/>
            </a:pPr>
            <a:r>
              <a:rPr lang="es" u="sng">
                <a:solidFill>
                  <a:schemeClr val="hlink"/>
                </a:solidFill>
                <a:hlinkClick r:id="rId2"/>
              </a:rPr>
              <a:t>https://www.verizon.com/about/our-company/verizon-fact-sheet</a:t>
            </a:r>
            <a:r>
              <a:rPr lang="es"/>
              <a:t> </a:t>
            </a:r>
            <a:br>
              <a:rPr lang="es"/>
            </a:br>
            <a:r>
              <a:rPr lang="es" u="sng">
                <a:solidFill>
                  <a:schemeClr val="hlink"/>
                </a:solidFill>
                <a:hlinkClick r:id="rId3"/>
              </a:rPr>
              <a:t>https://www.theverge.com/2024/9/5/24236519/verizon-frontier-fiber-network-acquisition-20-billion</a:t>
            </a:r>
            <a:r>
              <a:rPr lang="es"/>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5522eb7919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5522eb7919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 used: </a:t>
            </a:r>
            <a:r>
              <a:rPr lang="es" u="sng">
                <a:solidFill>
                  <a:schemeClr val="hlink"/>
                </a:solidFill>
                <a:hlinkClick r:id="rId2"/>
              </a:rPr>
              <a:t>https://www.verizon.com/about/our-company</a:t>
            </a:r>
            <a:r>
              <a:rPr lang="es"/>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5465e7bc0b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5465e7bc0b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 used: </a:t>
            </a:r>
            <a:r>
              <a:rPr lang="es" u="sng">
                <a:solidFill>
                  <a:schemeClr val="hlink"/>
                </a:solidFill>
                <a:hlinkClick r:id="rId2"/>
              </a:rPr>
              <a:t>https://www.verizon.com/about/our-company/who-we-are</a:t>
            </a:r>
            <a:r>
              <a:rPr lang="es"/>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68a61ef33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68a61ef33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 used: </a:t>
            </a:r>
            <a:endParaRPr/>
          </a:p>
          <a:p>
            <a:pPr indent="0" lvl="0" marL="0" rtl="0" algn="l">
              <a:spcBef>
                <a:spcPts val="0"/>
              </a:spcBef>
              <a:spcAft>
                <a:spcPts val="0"/>
              </a:spcAft>
              <a:buNone/>
            </a:pPr>
            <a:r>
              <a:rPr lang="es" u="sng">
                <a:solidFill>
                  <a:schemeClr val="hlink"/>
                </a:solidFill>
                <a:hlinkClick r:id="rId2"/>
              </a:rPr>
              <a:t>https://umbrex.com/resources/strategy-of-the-fortune-500/strategy-of-verizon-communications/</a:t>
            </a:r>
            <a:r>
              <a:rPr lang="es"/>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5465e7bc0b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5465e7bc0b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a:t>
            </a:r>
            <a:endParaRPr/>
          </a:p>
          <a:p>
            <a:pPr indent="0" lvl="0" marL="0" rtl="0" algn="l">
              <a:spcBef>
                <a:spcPts val="0"/>
              </a:spcBef>
              <a:spcAft>
                <a:spcPts val="0"/>
              </a:spcAft>
              <a:buNone/>
            </a:pPr>
            <a:r>
              <a:rPr lang="es" u="sng">
                <a:solidFill>
                  <a:schemeClr val="hlink"/>
                </a:solidFill>
                <a:hlinkClick r:id="rId2"/>
              </a:rPr>
              <a:t>Verizon SWOT Analysis - Key Strengths &amp; Weaknesses | MBA Skool</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68bf31fc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68bf31fc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8bf31fce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68bf31fce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8b90ff8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8b90ff8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a:t>
            </a:r>
            <a:endParaRPr/>
          </a:p>
          <a:p>
            <a:pPr indent="0" lvl="0" marL="0" rtl="0" algn="l">
              <a:spcBef>
                <a:spcPts val="0"/>
              </a:spcBef>
              <a:spcAft>
                <a:spcPts val="0"/>
              </a:spcAft>
              <a:buNone/>
            </a:pPr>
            <a:r>
              <a:rPr lang="es" u="sng">
                <a:solidFill>
                  <a:schemeClr val="hlink"/>
                </a:solidFill>
                <a:hlinkClick r:id="rId2"/>
              </a:rPr>
              <a:t>Verizon raises financial guidance for adjusted EBITDA, adjusted EPS and free cash flow after strong Q2 performance | News Release | Verizon</a:t>
            </a:r>
            <a:endParaRPr/>
          </a:p>
          <a:p>
            <a:pPr indent="0" lvl="0" marL="0" rtl="0" algn="l">
              <a:spcBef>
                <a:spcPts val="0"/>
              </a:spcBef>
              <a:spcAft>
                <a:spcPts val="0"/>
              </a:spcAft>
              <a:buNone/>
            </a:pPr>
            <a:r>
              <a:rPr lang="es" u="sng">
                <a:solidFill>
                  <a:schemeClr val="hlink"/>
                </a:solidFill>
                <a:hlinkClick r:id="rId3"/>
              </a:rPr>
              <a:t>https://www.verizon.com/about/news/verizon-raises-financial-guidance-adjusted-ebitda-adjusted-eps-and-free-cash-flow?utm_source=chatgpt.com</a:t>
            </a:r>
            <a:r>
              <a:rPr lang="es"/>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8b90ff81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68b90ff81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Nixi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5f24f68604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5f24f68604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Nixi</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8b90ff81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68b90ff81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Nixi</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5f24f68604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5f24f68604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 </a:t>
            </a:r>
            <a:endParaRPr/>
          </a:p>
          <a:p>
            <a:pPr indent="0" lvl="0" marL="0" rtl="0" algn="l">
              <a:spcBef>
                <a:spcPts val="0"/>
              </a:spcBef>
              <a:spcAft>
                <a:spcPts val="0"/>
              </a:spcAft>
              <a:buNone/>
            </a:pPr>
            <a:r>
              <a:rPr lang="es" u="sng">
                <a:solidFill>
                  <a:schemeClr val="hlink"/>
                </a:solidFill>
                <a:hlinkClick r:id="rId2"/>
              </a:rPr>
              <a:t>https://www.verizon.com/about/responsibility/sustainability</a:t>
            </a:r>
            <a:r>
              <a:rPr lang="es"/>
              <a:t> </a:t>
            </a:r>
            <a:endParaRPr/>
          </a:p>
          <a:p>
            <a:pPr indent="0" lvl="0" marL="0" rtl="0" algn="l">
              <a:spcBef>
                <a:spcPts val="0"/>
              </a:spcBef>
              <a:spcAft>
                <a:spcPts val="0"/>
              </a:spcAft>
              <a:buNone/>
            </a:pPr>
            <a:r>
              <a:rPr lang="es" u="sng">
                <a:solidFill>
                  <a:schemeClr val="hlink"/>
                </a:solidFill>
                <a:hlinkClick r:id="rId3"/>
              </a:rPr>
              <a:t>https://www.manufacturingdive.com/news/verizon-supplier-orbic-electronics-manufacturing-30m-plant-hauppauge-long-island-new-york/703800/</a:t>
            </a:r>
            <a:r>
              <a:rPr lang="es"/>
              <a:t> </a:t>
            </a:r>
            <a:endParaRPr/>
          </a:p>
          <a:p>
            <a:pPr indent="0" lvl="0" marL="0" rtl="0" algn="l">
              <a:spcBef>
                <a:spcPts val="0"/>
              </a:spcBef>
              <a:spcAft>
                <a:spcPts val="0"/>
              </a:spcAft>
              <a:buNone/>
            </a:pPr>
            <a:r>
              <a:rPr lang="es" u="sng">
                <a:solidFill>
                  <a:schemeClr val="hlink"/>
                </a:solidFill>
                <a:hlinkClick r:id="rId4"/>
              </a:rPr>
              <a:t>https://www.verizon.com/about/our-company/small-business-supplier/supplier-code-of-conduct</a:t>
            </a:r>
            <a:r>
              <a:rPr lang="es"/>
              <a:t> </a:t>
            </a:r>
            <a:endParaRPr/>
          </a:p>
          <a:p>
            <a:pPr indent="0" lvl="0" marL="0" rtl="0" algn="l">
              <a:spcBef>
                <a:spcPts val="0"/>
              </a:spcBef>
              <a:spcAft>
                <a:spcPts val="0"/>
              </a:spcAft>
              <a:buNone/>
            </a:pPr>
            <a:r>
              <a:rPr lang="es" u="sng">
                <a:solidFill>
                  <a:schemeClr val="hlink"/>
                </a:solidFill>
                <a:hlinkClick r:id="rId5"/>
              </a:rPr>
              <a:t>https://www.verizon.com/business/solutions/industry/distribution-logistics/</a:t>
            </a:r>
            <a:r>
              <a:rPr lang="es"/>
              <a:t> </a:t>
            </a:r>
            <a:endParaRPr/>
          </a:p>
          <a:p>
            <a:pPr indent="0" lvl="0" marL="0" rtl="0" algn="l">
              <a:spcBef>
                <a:spcPts val="0"/>
              </a:spcBef>
              <a:spcAft>
                <a:spcPts val="0"/>
              </a:spcAft>
              <a:buNone/>
            </a:pPr>
            <a:r>
              <a:rPr lang="es" u="sng">
                <a:solidFill>
                  <a:schemeClr val="hlink"/>
                </a:solidFill>
                <a:hlinkClick r:id="rId6"/>
              </a:rPr>
              <a:t>https://www.verizon.com/business/resources/whitepapers/iot-supply-chain/</a:t>
            </a:r>
            <a:r>
              <a:rPr lang="es"/>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8a1cdc490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68a1cdc490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a:t>
            </a:r>
            <a:endParaRPr/>
          </a:p>
          <a:p>
            <a:pPr indent="0" lvl="0" marL="0" rtl="0" algn="l">
              <a:spcBef>
                <a:spcPts val="0"/>
              </a:spcBef>
              <a:spcAft>
                <a:spcPts val="0"/>
              </a:spcAft>
              <a:buNone/>
            </a:pPr>
            <a:r>
              <a:rPr lang="es" u="sng">
                <a:solidFill>
                  <a:schemeClr val="hlink"/>
                </a:solidFill>
                <a:hlinkClick r:id="rId2"/>
              </a:rPr>
              <a:t>https://www.verizon.com/business/resources/whitepapers/iot-supply-chain/</a:t>
            </a:r>
            <a:r>
              <a:rPr lang="es"/>
              <a:t> </a:t>
            </a:r>
            <a:endParaRPr/>
          </a:p>
          <a:p>
            <a:pPr indent="0" lvl="0" marL="0" rtl="0" algn="l">
              <a:spcBef>
                <a:spcPts val="0"/>
              </a:spcBef>
              <a:spcAft>
                <a:spcPts val="0"/>
              </a:spcAft>
              <a:buNone/>
            </a:pPr>
            <a:r>
              <a:rPr lang="es" u="sng">
                <a:solidFill>
                  <a:schemeClr val="hlink"/>
                </a:solidFill>
                <a:hlinkClick r:id="rId3"/>
              </a:rPr>
              <a:t>https://www.verizon.com/business/resources/articles/s/ai-for-smart-distribution-center-operations/</a:t>
            </a:r>
            <a:r>
              <a:rPr lang="es"/>
              <a:t> </a:t>
            </a:r>
            <a:endParaRPr/>
          </a:p>
          <a:p>
            <a:pPr indent="0" lvl="0" marL="0" rtl="0" algn="l">
              <a:spcBef>
                <a:spcPts val="0"/>
              </a:spcBef>
              <a:spcAft>
                <a:spcPts val="0"/>
              </a:spcAft>
              <a:buNone/>
            </a:pPr>
            <a:r>
              <a:rPr lang="es" u="sng">
                <a:solidFill>
                  <a:schemeClr val="hlink"/>
                </a:solidFill>
                <a:hlinkClick r:id="rId4"/>
              </a:rPr>
              <a:t>https://www.verizon.com/business/solutions/</a:t>
            </a:r>
            <a:r>
              <a:rPr lang="es"/>
              <a:t> </a:t>
            </a:r>
            <a:endParaRPr/>
          </a:p>
          <a:p>
            <a:pPr indent="0" lvl="0" marL="0" rtl="0" algn="l">
              <a:spcBef>
                <a:spcPts val="0"/>
              </a:spcBef>
              <a:spcAft>
                <a:spcPts val="0"/>
              </a:spcAft>
              <a:buNone/>
            </a:pPr>
            <a:r>
              <a:rPr lang="es" u="sng">
                <a:solidFill>
                  <a:schemeClr val="hlink"/>
                </a:solidFill>
                <a:hlinkClick r:id="rId5"/>
              </a:rPr>
              <a:t>https://www.verizon.com/business/solutions/industry/distribution-logistics/</a:t>
            </a:r>
            <a:r>
              <a:rPr lang="es"/>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68a1cdc490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68a1cdc490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Sources Used:</a:t>
            </a:r>
            <a:endParaRPr/>
          </a:p>
          <a:p>
            <a:pPr indent="0" lvl="0" marL="0" rtl="0" algn="l">
              <a:spcBef>
                <a:spcPts val="0"/>
              </a:spcBef>
              <a:spcAft>
                <a:spcPts val="0"/>
              </a:spcAft>
              <a:buNone/>
            </a:pPr>
            <a:r>
              <a:rPr lang="es" u="sng">
                <a:solidFill>
                  <a:schemeClr val="hlink"/>
                </a:solidFill>
                <a:hlinkClick r:id="rId2"/>
              </a:rPr>
              <a:t>https://www.verizon.com/business/resources/articles/s/ai-for-smart-distribution-center-operations/</a:t>
            </a:r>
            <a:r>
              <a:rPr lang="es"/>
              <a:t> </a:t>
            </a:r>
            <a:endParaRPr/>
          </a:p>
          <a:p>
            <a:pPr indent="0" lvl="0" marL="0" rtl="0" algn="l">
              <a:spcBef>
                <a:spcPts val="0"/>
              </a:spcBef>
              <a:spcAft>
                <a:spcPts val="0"/>
              </a:spcAft>
              <a:buNone/>
            </a:pPr>
            <a:r>
              <a:rPr lang="es" u="sng">
                <a:solidFill>
                  <a:schemeClr val="hlink"/>
                </a:solidFill>
                <a:hlinkClick r:id="rId3"/>
              </a:rPr>
              <a:t>https://www.verizon.com/business/solutions/</a:t>
            </a:r>
            <a:endParaRPr/>
          </a:p>
          <a:p>
            <a:pPr indent="0" lvl="0" marL="0" rtl="0" algn="l">
              <a:spcBef>
                <a:spcPts val="0"/>
              </a:spcBef>
              <a:spcAft>
                <a:spcPts val="0"/>
              </a:spcAft>
              <a:buNone/>
            </a:pPr>
            <a:r>
              <a:rPr lang="es" u="sng">
                <a:solidFill>
                  <a:schemeClr val="hlink"/>
                </a:solidFill>
                <a:hlinkClick r:id="rId4"/>
              </a:rPr>
              <a:t>https://www.verizon.com/business/resources/whitepapers/iot-supply-chain/</a:t>
            </a:r>
            <a:r>
              <a:rPr lang="es"/>
              <a:t> </a:t>
            </a:r>
            <a:endParaRPr/>
          </a:p>
          <a:p>
            <a:pPr indent="0" lvl="0" marL="0" rtl="0" algn="l">
              <a:spcBef>
                <a:spcPts val="0"/>
              </a:spcBef>
              <a:spcAft>
                <a:spcPts val="0"/>
              </a:spcAft>
              <a:buNone/>
            </a:pPr>
            <a:r>
              <a:rPr lang="es" u="sng">
                <a:solidFill>
                  <a:schemeClr val="hlink"/>
                </a:solidFill>
                <a:hlinkClick r:id="rId5"/>
              </a:rPr>
              <a:t>https://www.theverge.com/news/691810/verizon-google-gemini-ai-chatbot-customer-service</a:t>
            </a:r>
            <a:r>
              <a:rPr lang="es"/>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8500b52716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8500b52716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8500b52716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8500b52716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https://www.congress.gov/crs-product/IN12569</a:t>
            </a:r>
            <a:r>
              <a:rPr lang="es"/>
              <a:t> </a:t>
            </a:r>
            <a:endParaRPr/>
          </a:p>
          <a:p>
            <a:pPr indent="0" lvl="0" marL="0" rtl="0" algn="l">
              <a:spcBef>
                <a:spcPts val="0"/>
              </a:spcBef>
              <a:spcAft>
                <a:spcPts val="0"/>
              </a:spcAft>
              <a:buNone/>
            </a:pPr>
            <a:r>
              <a:rPr lang="es" u="sng">
                <a:solidFill>
                  <a:schemeClr val="hlink"/>
                </a:solidFill>
                <a:hlinkClick r:id="rId3"/>
              </a:rPr>
              <a:t>https://www.reuters.com/world/asia-pacific/south-korea-cannot-pay-350-billion-us-tariff-deal-trump-suggests-top-aide-says-2025-09-27/</a:t>
            </a:r>
            <a:r>
              <a:rPr lang="es"/>
              <a:t> </a:t>
            </a:r>
            <a:endParaRPr/>
          </a:p>
          <a:p>
            <a:pPr indent="0" lvl="0" marL="0" rtl="0" algn="l">
              <a:spcBef>
                <a:spcPts val="0"/>
              </a:spcBef>
              <a:spcAft>
                <a:spcPts val="0"/>
              </a:spcAft>
              <a:buNone/>
            </a:pPr>
            <a:r>
              <a:rPr lang="es" u="sng">
                <a:solidFill>
                  <a:schemeClr val="hlink"/>
                </a:solidFill>
                <a:hlinkClick r:id="rId4"/>
              </a:rPr>
              <a:t>https://www.federalregister.gov/documents/2025/08/05/2025-14893/adjusting-imports-of-copper-into-the-united-states</a:t>
            </a:r>
            <a:r>
              <a:rPr lang="es"/>
              <a:t>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5465e7bc0b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5465e7bc0b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68bf31fce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68bf31fce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p:cSld name="CUSTOM_7">
    <p:spTree>
      <p:nvGrpSpPr>
        <p:cNvPr id="8" name="Shape 8"/>
        <p:cNvGrpSpPr/>
        <p:nvPr/>
      </p:nvGrpSpPr>
      <p:grpSpPr>
        <a:xfrm>
          <a:off x="0" y="0"/>
          <a:ext cx="0" cy="0"/>
          <a:chOff x="0" y="0"/>
          <a:chExt cx="0" cy="0"/>
        </a:xfrm>
      </p:grpSpPr>
      <p:sp>
        <p:nvSpPr>
          <p:cNvPr id="9" name="Google Shape;9;p2"/>
          <p:cNvSpPr txBox="1"/>
          <p:nvPr>
            <p:ph type="ctrTitle"/>
          </p:nvPr>
        </p:nvSpPr>
        <p:spPr>
          <a:xfrm>
            <a:off x="2449550" y="1472625"/>
            <a:ext cx="4245000" cy="17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1pPr>
            <a:lvl2pPr lvl="1"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2pPr>
            <a:lvl3pPr lvl="2"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3pPr>
            <a:lvl4pPr lvl="3"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4pPr>
            <a:lvl5pPr lvl="4"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5pPr>
            <a:lvl6pPr lvl="5"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6pPr>
            <a:lvl7pPr lvl="6"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7pPr>
            <a:lvl8pPr lvl="7"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8pPr>
            <a:lvl9pPr lvl="8" rtl="0" algn="ctr">
              <a:spcBef>
                <a:spcPts val="0"/>
              </a:spcBef>
              <a:spcAft>
                <a:spcPts val="0"/>
              </a:spcAft>
              <a:buClr>
                <a:srgbClr val="CCCCCC"/>
              </a:buClr>
              <a:buSzPts val="4800"/>
              <a:buFont typeface="DM Serif Display"/>
              <a:buNone/>
              <a:defRPr sz="4800">
                <a:solidFill>
                  <a:srgbClr val="CCCCCC"/>
                </a:solidFill>
                <a:latin typeface="DM Serif Display"/>
                <a:ea typeface="DM Serif Display"/>
                <a:cs typeface="DM Serif Display"/>
                <a:sym typeface="DM Serif Display"/>
              </a:defRPr>
            </a:lvl9pPr>
          </a:lstStyle>
          <a:p/>
        </p:txBody>
      </p:sp>
      <p:sp>
        <p:nvSpPr>
          <p:cNvPr id="10" name="Google Shape;10;p2"/>
          <p:cNvSpPr txBox="1"/>
          <p:nvPr>
            <p:ph idx="1" type="subTitle"/>
          </p:nvPr>
        </p:nvSpPr>
        <p:spPr>
          <a:xfrm>
            <a:off x="2070875" y="2901600"/>
            <a:ext cx="5002200" cy="7170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rgbClr val="CCCCCC"/>
              </a:buClr>
              <a:buSzPts val="1200"/>
              <a:buNone/>
              <a:defRPr>
                <a:solidFill>
                  <a:srgbClr val="CCCCCC"/>
                </a:solidFill>
              </a:defRPr>
            </a:lvl1pPr>
            <a:lvl2pPr lvl="1" rtl="0" algn="ctr">
              <a:lnSpc>
                <a:spcPct val="100000"/>
              </a:lnSpc>
              <a:spcBef>
                <a:spcPts val="0"/>
              </a:spcBef>
              <a:spcAft>
                <a:spcPts val="0"/>
              </a:spcAft>
              <a:buClr>
                <a:srgbClr val="CCCCCC"/>
              </a:buClr>
              <a:buSzPts val="2800"/>
              <a:buNone/>
              <a:defRPr sz="2800">
                <a:solidFill>
                  <a:srgbClr val="CCCCCC"/>
                </a:solidFill>
              </a:defRPr>
            </a:lvl2pPr>
            <a:lvl3pPr lvl="2" rtl="0" algn="ctr">
              <a:lnSpc>
                <a:spcPct val="100000"/>
              </a:lnSpc>
              <a:spcBef>
                <a:spcPts val="0"/>
              </a:spcBef>
              <a:spcAft>
                <a:spcPts val="0"/>
              </a:spcAft>
              <a:buClr>
                <a:srgbClr val="CCCCCC"/>
              </a:buClr>
              <a:buSzPts val="2800"/>
              <a:buNone/>
              <a:defRPr sz="2800">
                <a:solidFill>
                  <a:srgbClr val="CCCCCC"/>
                </a:solidFill>
              </a:defRPr>
            </a:lvl3pPr>
            <a:lvl4pPr lvl="3" rtl="0" algn="ctr">
              <a:lnSpc>
                <a:spcPct val="100000"/>
              </a:lnSpc>
              <a:spcBef>
                <a:spcPts val="0"/>
              </a:spcBef>
              <a:spcAft>
                <a:spcPts val="0"/>
              </a:spcAft>
              <a:buClr>
                <a:srgbClr val="CCCCCC"/>
              </a:buClr>
              <a:buSzPts val="2800"/>
              <a:buNone/>
              <a:defRPr sz="2800">
                <a:solidFill>
                  <a:srgbClr val="CCCCCC"/>
                </a:solidFill>
              </a:defRPr>
            </a:lvl4pPr>
            <a:lvl5pPr lvl="4" rtl="0" algn="ctr">
              <a:lnSpc>
                <a:spcPct val="100000"/>
              </a:lnSpc>
              <a:spcBef>
                <a:spcPts val="0"/>
              </a:spcBef>
              <a:spcAft>
                <a:spcPts val="0"/>
              </a:spcAft>
              <a:buClr>
                <a:srgbClr val="CCCCCC"/>
              </a:buClr>
              <a:buSzPts val="2800"/>
              <a:buNone/>
              <a:defRPr sz="2800">
                <a:solidFill>
                  <a:srgbClr val="CCCCCC"/>
                </a:solidFill>
              </a:defRPr>
            </a:lvl5pPr>
            <a:lvl6pPr lvl="5" rtl="0" algn="ctr">
              <a:lnSpc>
                <a:spcPct val="100000"/>
              </a:lnSpc>
              <a:spcBef>
                <a:spcPts val="0"/>
              </a:spcBef>
              <a:spcAft>
                <a:spcPts val="0"/>
              </a:spcAft>
              <a:buClr>
                <a:srgbClr val="CCCCCC"/>
              </a:buClr>
              <a:buSzPts val="2800"/>
              <a:buNone/>
              <a:defRPr sz="2800">
                <a:solidFill>
                  <a:srgbClr val="CCCCCC"/>
                </a:solidFill>
              </a:defRPr>
            </a:lvl6pPr>
            <a:lvl7pPr lvl="6" rtl="0" algn="ctr">
              <a:lnSpc>
                <a:spcPct val="100000"/>
              </a:lnSpc>
              <a:spcBef>
                <a:spcPts val="0"/>
              </a:spcBef>
              <a:spcAft>
                <a:spcPts val="0"/>
              </a:spcAft>
              <a:buClr>
                <a:srgbClr val="CCCCCC"/>
              </a:buClr>
              <a:buSzPts val="2800"/>
              <a:buNone/>
              <a:defRPr sz="2800">
                <a:solidFill>
                  <a:srgbClr val="CCCCCC"/>
                </a:solidFill>
              </a:defRPr>
            </a:lvl7pPr>
            <a:lvl8pPr lvl="7" rtl="0" algn="ctr">
              <a:lnSpc>
                <a:spcPct val="100000"/>
              </a:lnSpc>
              <a:spcBef>
                <a:spcPts val="0"/>
              </a:spcBef>
              <a:spcAft>
                <a:spcPts val="0"/>
              </a:spcAft>
              <a:buClr>
                <a:srgbClr val="CCCCCC"/>
              </a:buClr>
              <a:buSzPts val="2800"/>
              <a:buNone/>
              <a:defRPr sz="2800">
                <a:solidFill>
                  <a:srgbClr val="CCCCCC"/>
                </a:solidFill>
              </a:defRPr>
            </a:lvl8pPr>
            <a:lvl9pPr lvl="8" rtl="0" algn="ctr">
              <a:lnSpc>
                <a:spcPct val="100000"/>
              </a:lnSpc>
              <a:spcBef>
                <a:spcPts val="0"/>
              </a:spcBef>
              <a:spcAft>
                <a:spcPts val="0"/>
              </a:spcAft>
              <a:buClr>
                <a:srgbClr val="CCCCCC"/>
              </a:buClr>
              <a:buSzPts val="2800"/>
              <a:buNone/>
              <a:defRPr sz="2800">
                <a:solidFill>
                  <a:srgbClr val="CCCCCC"/>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2">
    <p:spTree>
      <p:nvGrpSpPr>
        <p:cNvPr id="11" name="Shape 11"/>
        <p:cNvGrpSpPr/>
        <p:nvPr/>
      </p:nvGrpSpPr>
      <p:grpSpPr>
        <a:xfrm>
          <a:off x="0" y="0"/>
          <a:ext cx="0" cy="0"/>
          <a:chOff x="0" y="0"/>
          <a:chExt cx="0" cy="0"/>
        </a:xfrm>
      </p:grpSpPr>
      <p:sp>
        <p:nvSpPr>
          <p:cNvPr id="12" name="Google Shape;12;p3"/>
          <p:cNvSpPr/>
          <p:nvPr/>
        </p:nvSpPr>
        <p:spPr>
          <a:xfrm>
            <a:off x="1578888" y="1536078"/>
            <a:ext cx="7618500" cy="486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3" name="Google Shape;13;p3"/>
          <p:cNvSpPr txBox="1"/>
          <p:nvPr>
            <p:ph type="ctrTitle"/>
          </p:nvPr>
        </p:nvSpPr>
        <p:spPr>
          <a:xfrm>
            <a:off x="2869492" y="2202425"/>
            <a:ext cx="11700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200"/>
              <a:buNone/>
              <a:defRPr sz="1200"/>
            </a:lvl1pPr>
            <a:lvl2pPr lvl="1" rtl="0" algn="r">
              <a:spcBef>
                <a:spcPts val="0"/>
              </a:spcBef>
              <a:spcAft>
                <a:spcPts val="0"/>
              </a:spcAft>
              <a:buSzPts val="1200"/>
              <a:buNone/>
              <a:defRPr sz="1200"/>
            </a:lvl2pPr>
            <a:lvl3pPr lvl="2" rtl="0" algn="r">
              <a:spcBef>
                <a:spcPts val="0"/>
              </a:spcBef>
              <a:spcAft>
                <a:spcPts val="0"/>
              </a:spcAft>
              <a:buSzPts val="1200"/>
              <a:buNone/>
              <a:defRPr sz="1200"/>
            </a:lvl3pPr>
            <a:lvl4pPr lvl="3" rtl="0" algn="r">
              <a:spcBef>
                <a:spcPts val="0"/>
              </a:spcBef>
              <a:spcAft>
                <a:spcPts val="0"/>
              </a:spcAft>
              <a:buSzPts val="1200"/>
              <a:buNone/>
              <a:defRPr sz="1200"/>
            </a:lvl4pPr>
            <a:lvl5pPr lvl="4" rtl="0" algn="r">
              <a:spcBef>
                <a:spcPts val="0"/>
              </a:spcBef>
              <a:spcAft>
                <a:spcPts val="0"/>
              </a:spcAft>
              <a:buSzPts val="1200"/>
              <a:buNone/>
              <a:defRPr sz="1200"/>
            </a:lvl5pPr>
            <a:lvl6pPr lvl="5" rtl="0" algn="r">
              <a:spcBef>
                <a:spcPts val="0"/>
              </a:spcBef>
              <a:spcAft>
                <a:spcPts val="0"/>
              </a:spcAft>
              <a:buSzPts val="1200"/>
              <a:buNone/>
              <a:defRPr sz="1200"/>
            </a:lvl6pPr>
            <a:lvl7pPr lvl="6" rtl="0" algn="r">
              <a:spcBef>
                <a:spcPts val="0"/>
              </a:spcBef>
              <a:spcAft>
                <a:spcPts val="0"/>
              </a:spcAft>
              <a:buSzPts val="1200"/>
              <a:buNone/>
              <a:defRPr sz="1200"/>
            </a:lvl7pPr>
            <a:lvl8pPr lvl="7" rtl="0" algn="r">
              <a:spcBef>
                <a:spcPts val="0"/>
              </a:spcBef>
              <a:spcAft>
                <a:spcPts val="0"/>
              </a:spcAft>
              <a:buSzPts val="1200"/>
              <a:buNone/>
              <a:defRPr sz="1200"/>
            </a:lvl8pPr>
            <a:lvl9pPr lvl="8" rtl="0" algn="r">
              <a:spcBef>
                <a:spcPts val="0"/>
              </a:spcBef>
              <a:spcAft>
                <a:spcPts val="0"/>
              </a:spcAft>
              <a:buSzPts val="1200"/>
              <a:buNone/>
              <a:defRPr sz="1200"/>
            </a:lvl9pPr>
          </a:lstStyle>
          <a:p/>
        </p:txBody>
      </p:sp>
      <p:sp>
        <p:nvSpPr>
          <p:cNvPr id="14" name="Google Shape;14;p3"/>
          <p:cNvSpPr txBox="1"/>
          <p:nvPr>
            <p:ph idx="1" type="subTitle"/>
          </p:nvPr>
        </p:nvSpPr>
        <p:spPr>
          <a:xfrm>
            <a:off x="2133184" y="2617473"/>
            <a:ext cx="1906500" cy="57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15" name="Google Shape;15;p3"/>
          <p:cNvSpPr txBox="1"/>
          <p:nvPr>
            <p:ph hasCustomPrompt="1" idx="2" type="title"/>
          </p:nvPr>
        </p:nvSpPr>
        <p:spPr>
          <a:xfrm>
            <a:off x="2285884" y="1624335"/>
            <a:ext cx="1753800" cy="577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200"/>
              <a:buNone/>
              <a:defRPr sz="5200"/>
            </a:lvl1pPr>
            <a:lvl2pPr lvl="1"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16" name="Google Shape;16;p3"/>
          <p:cNvSpPr txBox="1"/>
          <p:nvPr>
            <p:ph idx="3" type="ctrTitle"/>
          </p:nvPr>
        </p:nvSpPr>
        <p:spPr>
          <a:xfrm>
            <a:off x="3965788" y="2199025"/>
            <a:ext cx="22518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200"/>
              <a:buNone/>
              <a:defRPr sz="1200"/>
            </a:lvl1pPr>
            <a:lvl2pPr lvl="1" rtl="0" algn="r">
              <a:spcBef>
                <a:spcPts val="0"/>
              </a:spcBef>
              <a:spcAft>
                <a:spcPts val="0"/>
              </a:spcAft>
              <a:buSzPts val="1200"/>
              <a:buNone/>
              <a:defRPr sz="1200"/>
            </a:lvl2pPr>
            <a:lvl3pPr lvl="2" rtl="0" algn="r">
              <a:spcBef>
                <a:spcPts val="0"/>
              </a:spcBef>
              <a:spcAft>
                <a:spcPts val="0"/>
              </a:spcAft>
              <a:buSzPts val="1200"/>
              <a:buNone/>
              <a:defRPr sz="1200"/>
            </a:lvl3pPr>
            <a:lvl4pPr lvl="3" rtl="0" algn="r">
              <a:spcBef>
                <a:spcPts val="0"/>
              </a:spcBef>
              <a:spcAft>
                <a:spcPts val="0"/>
              </a:spcAft>
              <a:buSzPts val="1200"/>
              <a:buNone/>
              <a:defRPr sz="1200"/>
            </a:lvl4pPr>
            <a:lvl5pPr lvl="4" rtl="0" algn="r">
              <a:spcBef>
                <a:spcPts val="0"/>
              </a:spcBef>
              <a:spcAft>
                <a:spcPts val="0"/>
              </a:spcAft>
              <a:buSzPts val="1200"/>
              <a:buNone/>
              <a:defRPr sz="1200"/>
            </a:lvl5pPr>
            <a:lvl6pPr lvl="5" rtl="0" algn="r">
              <a:spcBef>
                <a:spcPts val="0"/>
              </a:spcBef>
              <a:spcAft>
                <a:spcPts val="0"/>
              </a:spcAft>
              <a:buSzPts val="1200"/>
              <a:buNone/>
              <a:defRPr sz="1200"/>
            </a:lvl6pPr>
            <a:lvl7pPr lvl="6" rtl="0" algn="r">
              <a:spcBef>
                <a:spcPts val="0"/>
              </a:spcBef>
              <a:spcAft>
                <a:spcPts val="0"/>
              </a:spcAft>
              <a:buSzPts val="1200"/>
              <a:buNone/>
              <a:defRPr sz="1200"/>
            </a:lvl7pPr>
            <a:lvl8pPr lvl="7" rtl="0" algn="r">
              <a:spcBef>
                <a:spcPts val="0"/>
              </a:spcBef>
              <a:spcAft>
                <a:spcPts val="0"/>
              </a:spcAft>
              <a:buSzPts val="1200"/>
              <a:buNone/>
              <a:defRPr sz="1200"/>
            </a:lvl8pPr>
            <a:lvl9pPr lvl="8" rtl="0" algn="r">
              <a:spcBef>
                <a:spcPts val="0"/>
              </a:spcBef>
              <a:spcAft>
                <a:spcPts val="0"/>
              </a:spcAft>
              <a:buSzPts val="1200"/>
              <a:buNone/>
              <a:defRPr sz="1200"/>
            </a:lvl9pPr>
          </a:lstStyle>
          <a:p/>
        </p:txBody>
      </p:sp>
      <p:sp>
        <p:nvSpPr>
          <p:cNvPr id="17" name="Google Shape;17;p3"/>
          <p:cNvSpPr txBox="1"/>
          <p:nvPr>
            <p:ph idx="4" type="subTitle"/>
          </p:nvPr>
        </p:nvSpPr>
        <p:spPr>
          <a:xfrm>
            <a:off x="4240888" y="2612183"/>
            <a:ext cx="1976700" cy="57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18" name="Google Shape;18;p3"/>
          <p:cNvSpPr txBox="1"/>
          <p:nvPr>
            <p:ph hasCustomPrompt="1" idx="5" type="title"/>
          </p:nvPr>
        </p:nvSpPr>
        <p:spPr>
          <a:xfrm>
            <a:off x="4483545" y="1620937"/>
            <a:ext cx="1753800" cy="577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200"/>
              <a:buNone/>
              <a:defRPr sz="5200"/>
            </a:lvl1pPr>
            <a:lvl2pPr lvl="1"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p:nvPr>
            <p:ph idx="6" type="ctrTitle"/>
          </p:nvPr>
        </p:nvSpPr>
        <p:spPr>
          <a:xfrm>
            <a:off x="6974340" y="2199050"/>
            <a:ext cx="14448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200"/>
              <a:buNone/>
              <a:defRPr sz="1200"/>
            </a:lvl1pPr>
            <a:lvl2pPr lvl="1" rtl="0" algn="r">
              <a:spcBef>
                <a:spcPts val="0"/>
              </a:spcBef>
              <a:spcAft>
                <a:spcPts val="0"/>
              </a:spcAft>
              <a:buSzPts val="1200"/>
              <a:buNone/>
              <a:defRPr sz="1200"/>
            </a:lvl2pPr>
            <a:lvl3pPr lvl="2" rtl="0" algn="r">
              <a:spcBef>
                <a:spcPts val="0"/>
              </a:spcBef>
              <a:spcAft>
                <a:spcPts val="0"/>
              </a:spcAft>
              <a:buSzPts val="1200"/>
              <a:buNone/>
              <a:defRPr sz="1200"/>
            </a:lvl3pPr>
            <a:lvl4pPr lvl="3" rtl="0" algn="r">
              <a:spcBef>
                <a:spcPts val="0"/>
              </a:spcBef>
              <a:spcAft>
                <a:spcPts val="0"/>
              </a:spcAft>
              <a:buSzPts val="1200"/>
              <a:buNone/>
              <a:defRPr sz="1200"/>
            </a:lvl4pPr>
            <a:lvl5pPr lvl="4" rtl="0" algn="r">
              <a:spcBef>
                <a:spcPts val="0"/>
              </a:spcBef>
              <a:spcAft>
                <a:spcPts val="0"/>
              </a:spcAft>
              <a:buSzPts val="1200"/>
              <a:buNone/>
              <a:defRPr sz="1200"/>
            </a:lvl5pPr>
            <a:lvl6pPr lvl="5" rtl="0" algn="r">
              <a:spcBef>
                <a:spcPts val="0"/>
              </a:spcBef>
              <a:spcAft>
                <a:spcPts val="0"/>
              </a:spcAft>
              <a:buSzPts val="1200"/>
              <a:buNone/>
              <a:defRPr sz="1200"/>
            </a:lvl6pPr>
            <a:lvl7pPr lvl="6" rtl="0" algn="r">
              <a:spcBef>
                <a:spcPts val="0"/>
              </a:spcBef>
              <a:spcAft>
                <a:spcPts val="0"/>
              </a:spcAft>
              <a:buSzPts val="1200"/>
              <a:buNone/>
              <a:defRPr sz="1200"/>
            </a:lvl7pPr>
            <a:lvl8pPr lvl="7" rtl="0" algn="r">
              <a:spcBef>
                <a:spcPts val="0"/>
              </a:spcBef>
              <a:spcAft>
                <a:spcPts val="0"/>
              </a:spcAft>
              <a:buSzPts val="1200"/>
              <a:buNone/>
              <a:defRPr sz="1200"/>
            </a:lvl8pPr>
            <a:lvl9pPr lvl="8" rtl="0" algn="r">
              <a:spcBef>
                <a:spcPts val="0"/>
              </a:spcBef>
              <a:spcAft>
                <a:spcPts val="0"/>
              </a:spcAft>
              <a:buSzPts val="1200"/>
              <a:buNone/>
              <a:defRPr sz="1200"/>
            </a:lvl9pPr>
          </a:lstStyle>
          <a:p/>
        </p:txBody>
      </p:sp>
      <p:sp>
        <p:nvSpPr>
          <p:cNvPr id="20" name="Google Shape;20;p3"/>
          <p:cNvSpPr txBox="1"/>
          <p:nvPr>
            <p:ph idx="7" type="subTitle"/>
          </p:nvPr>
        </p:nvSpPr>
        <p:spPr>
          <a:xfrm>
            <a:off x="6512506" y="2612198"/>
            <a:ext cx="1906500" cy="57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21" name="Google Shape;21;p3"/>
          <p:cNvSpPr txBox="1"/>
          <p:nvPr>
            <p:ph hasCustomPrompt="1" idx="8" type="title"/>
          </p:nvPr>
        </p:nvSpPr>
        <p:spPr>
          <a:xfrm>
            <a:off x="6665206" y="1620947"/>
            <a:ext cx="1753800" cy="577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5200"/>
              <a:buNone/>
              <a:defRPr sz="5200"/>
            </a:lvl1pPr>
            <a:lvl2pPr lvl="1"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SzPts val="5200"/>
              <a:buFont typeface="Fira Sans Extra Condensed Medium"/>
              <a:buNone/>
              <a:defRPr sz="5200">
                <a:latin typeface="Fira Sans Extra Condensed Medium"/>
                <a:ea typeface="Fira Sans Extra Condensed Medium"/>
                <a:cs typeface="Fira Sans Extra Condensed Medium"/>
                <a:sym typeface="Fira Sans Extra Condensed Medium"/>
              </a:defRPr>
            </a:lvl9pPr>
          </a:lstStyle>
          <a:p>
            <a:r>
              <a:t>xx%</a:t>
            </a:r>
          </a:p>
        </p:txBody>
      </p:sp>
      <p:sp>
        <p:nvSpPr>
          <p:cNvPr id="22" name="Google Shape;22;p3"/>
          <p:cNvSpPr txBox="1"/>
          <p:nvPr>
            <p:ph idx="9" type="ctrTitle"/>
          </p:nvPr>
        </p:nvSpPr>
        <p:spPr>
          <a:xfrm>
            <a:off x="725626" y="3784901"/>
            <a:ext cx="11700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3" name="Google Shape;23;p3"/>
          <p:cNvSpPr txBox="1"/>
          <p:nvPr>
            <p:ph idx="13" type="subTitle"/>
          </p:nvPr>
        </p:nvSpPr>
        <p:spPr>
          <a:xfrm>
            <a:off x="725625" y="4199959"/>
            <a:ext cx="19065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4" name="Google Shape;24;p3"/>
          <p:cNvSpPr txBox="1"/>
          <p:nvPr>
            <p:ph hasCustomPrompt="1" idx="14" type="title"/>
          </p:nvPr>
        </p:nvSpPr>
        <p:spPr>
          <a:xfrm>
            <a:off x="725637" y="3219993"/>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p:nvPr>
            <p:ph idx="15" type="ctrTitle"/>
          </p:nvPr>
        </p:nvSpPr>
        <p:spPr>
          <a:xfrm>
            <a:off x="2870600" y="3781501"/>
            <a:ext cx="11286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6" name="Google Shape;26;p3"/>
          <p:cNvSpPr txBox="1"/>
          <p:nvPr>
            <p:ph idx="16" type="subTitle"/>
          </p:nvPr>
        </p:nvSpPr>
        <p:spPr>
          <a:xfrm>
            <a:off x="2870596" y="4194668"/>
            <a:ext cx="19767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27" name="Google Shape;27;p3"/>
          <p:cNvSpPr txBox="1"/>
          <p:nvPr>
            <p:ph hasCustomPrompt="1" idx="17" type="title"/>
          </p:nvPr>
        </p:nvSpPr>
        <p:spPr>
          <a:xfrm>
            <a:off x="2870612" y="3216594"/>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8" name="Google Shape;28;p3"/>
          <p:cNvSpPr txBox="1"/>
          <p:nvPr>
            <p:ph idx="18" type="ctrTitle"/>
          </p:nvPr>
        </p:nvSpPr>
        <p:spPr>
          <a:xfrm>
            <a:off x="5015575" y="3781526"/>
            <a:ext cx="9165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200"/>
              <a:buNone/>
              <a:defRPr sz="1200"/>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9" name="Google Shape;29;p3"/>
          <p:cNvSpPr txBox="1"/>
          <p:nvPr>
            <p:ph idx="19" type="subTitle"/>
          </p:nvPr>
        </p:nvSpPr>
        <p:spPr>
          <a:xfrm>
            <a:off x="5015575" y="4194684"/>
            <a:ext cx="19065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30" name="Google Shape;30;p3"/>
          <p:cNvSpPr txBox="1"/>
          <p:nvPr>
            <p:ph hasCustomPrompt="1" idx="20" type="title"/>
          </p:nvPr>
        </p:nvSpPr>
        <p:spPr>
          <a:xfrm>
            <a:off x="5015587" y="3216604"/>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31" name="Google Shape;31;p3"/>
          <p:cNvSpPr/>
          <p:nvPr/>
        </p:nvSpPr>
        <p:spPr>
          <a:xfrm>
            <a:off x="737900" y="547725"/>
            <a:ext cx="749700" cy="48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32" name="Google Shape;32;p3"/>
          <p:cNvSpPr txBox="1"/>
          <p:nvPr>
            <p:ph idx="21" type="ctrTitle"/>
          </p:nvPr>
        </p:nvSpPr>
        <p:spPr>
          <a:xfrm>
            <a:off x="723600" y="470622"/>
            <a:ext cx="17538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3" name="Google Shape;33;p3"/>
          <p:cNvSpPr/>
          <p:nvPr/>
        </p:nvSpPr>
        <p:spPr>
          <a:xfrm>
            <a:off x="-99062" y="3110610"/>
            <a:ext cx="7618500" cy="486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CUSTOM_13">
    <p:spTree>
      <p:nvGrpSpPr>
        <p:cNvPr id="34" name="Shape 34"/>
        <p:cNvGrpSpPr/>
        <p:nvPr/>
      </p:nvGrpSpPr>
      <p:grpSpPr>
        <a:xfrm>
          <a:off x="0" y="0"/>
          <a:ext cx="0" cy="0"/>
          <a:chOff x="0" y="0"/>
          <a:chExt cx="0" cy="0"/>
        </a:xfrm>
      </p:grpSpPr>
      <p:sp>
        <p:nvSpPr>
          <p:cNvPr id="35" name="Google Shape;35;p4"/>
          <p:cNvSpPr txBox="1"/>
          <p:nvPr>
            <p:ph type="title"/>
          </p:nvPr>
        </p:nvSpPr>
        <p:spPr>
          <a:xfrm flipH="1">
            <a:off x="4804872" y="2123400"/>
            <a:ext cx="2847000" cy="8967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B7B7B7"/>
              </a:buClr>
              <a:buSzPts val="2800"/>
              <a:buNone/>
              <a:defRPr>
                <a:solidFill>
                  <a:srgbClr val="B7B7B7"/>
                </a:solidFill>
              </a:defRPr>
            </a:lvl1pPr>
            <a:lvl2pPr lvl="1" rtl="0">
              <a:spcBef>
                <a:spcPts val="0"/>
              </a:spcBef>
              <a:spcAft>
                <a:spcPts val="0"/>
              </a:spcAft>
              <a:buClr>
                <a:srgbClr val="B7B7B7"/>
              </a:buClr>
              <a:buSzPts val="2800"/>
              <a:buNone/>
              <a:defRPr>
                <a:solidFill>
                  <a:srgbClr val="B7B7B7"/>
                </a:solidFill>
              </a:defRPr>
            </a:lvl2pPr>
            <a:lvl3pPr lvl="2" rtl="0">
              <a:spcBef>
                <a:spcPts val="0"/>
              </a:spcBef>
              <a:spcAft>
                <a:spcPts val="0"/>
              </a:spcAft>
              <a:buClr>
                <a:srgbClr val="B7B7B7"/>
              </a:buClr>
              <a:buSzPts val="2800"/>
              <a:buNone/>
              <a:defRPr>
                <a:solidFill>
                  <a:srgbClr val="B7B7B7"/>
                </a:solidFill>
              </a:defRPr>
            </a:lvl3pPr>
            <a:lvl4pPr lvl="3" rtl="0">
              <a:spcBef>
                <a:spcPts val="0"/>
              </a:spcBef>
              <a:spcAft>
                <a:spcPts val="0"/>
              </a:spcAft>
              <a:buClr>
                <a:srgbClr val="B7B7B7"/>
              </a:buClr>
              <a:buSzPts val="2800"/>
              <a:buNone/>
              <a:defRPr>
                <a:solidFill>
                  <a:srgbClr val="B7B7B7"/>
                </a:solidFill>
              </a:defRPr>
            </a:lvl4pPr>
            <a:lvl5pPr lvl="4" rtl="0">
              <a:spcBef>
                <a:spcPts val="0"/>
              </a:spcBef>
              <a:spcAft>
                <a:spcPts val="0"/>
              </a:spcAft>
              <a:buClr>
                <a:srgbClr val="B7B7B7"/>
              </a:buClr>
              <a:buSzPts val="2800"/>
              <a:buNone/>
              <a:defRPr>
                <a:solidFill>
                  <a:srgbClr val="B7B7B7"/>
                </a:solidFill>
              </a:defRPr>
            </a:lvl5pPr>
            <a:lvl6pPr lvl="5" rtl="0">
              <a:spcBef>
                <a:spcPts val="0"/>
              </a:spcBef>
              <a:spcAft>
                <a:spcPts val="0"/>
              </a:spcAft>
              <a:buClr>
                <a:srgbClr val="B7B7B7"/>
              </a:buClr>
              <a:buSzPts val="2800"/>
              <a:buNone/>
              <a:defRPr>
                <a:solidFill>
                  <a:srgbClr val="B7B7B7"/>
                </a:solidFill>
              </a:defRPr>
            </a:lvl6pPr>
            <a:lvl7pPr lvl="6" rtl="0">
              <a:spcBef>
                <a:spcPts val="0"/>
              </a:spcBef>
              <a:spcAft>
                <a:spcPts val="0"/>
              </a:spcAft>
              <a:buClr>
                <a:srgbClr val="B7B7B7"/>
              </a:buClr>
              <a:buSzPts val="2800"/>
              <a:buNone/>
              <a:defRPr>
                <a:solidFill>
                  <a:srgbClr val="B7B7B7"/>
                </a:solidFill>
              </a:defRPr>
            </a:lvl7pPr>
            <a:lvl8pPr lvl="7" rtl="0">
              <a:spcBef>
                <a:spcPts val="0"/>
              </a:spcBef>
              <a:spcAft>
                <a:spcPts val="0"/>
              </a:spcAft>
              <a:buClr>
                <a:srgbClr val="B7B7B7"/>
              </a:buClr>
              <a:buSzPts val="2800"/>
              <a:buNone/>
              <a:defRPr>
                <a:solidFill>
                  <a:srgbClr val="B7B7B7"/>
                </a:solidFill>
              </a:defRPr>
            </a:lvl8pPr>
            <a:lvl9pPr lvl="8" rtl="0">
              <a:spcBef>
                <a:spcPts val="0"/>
              </a:spcBef>
              <a:spcAft>
                <a:spcPts val="0"/>
              </a:spcAft>
              <a:buClr>
                <a:srgbClr val="B7B7B7"/>
              </a:buClr>
              <a:buSzPts val="2800"/>
              <a:buNone/>
              <a:defRPr>
                <a:solidFill>
                  <a:srgbClr val="B7B7B7"/>
                </a:solidFill>
              </a:defRPr>
            </a:lvl9pPr>
          </a:lstStyle>
          <a:p/>
        </p:txBody>
      </p:sp>
      <p:sp>
        <p:nvSpPr>
          <p:cNvPr id="36" name="Google Shape;36;p4"/>
          <p:cNvSpPr txBox="1"/>
          <p:nvPr>
            <p:ph idx="1" type="subTitle"/>
          </p:nvPr>
        </p:nvSpPr>
        <p:spPr>
          <a:xfrm>
            <a:off x="2178957" y="2185251"/>
            <a:ext cx="1995900" cy="1170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100"/>
              <a:buNone/>
              <a:defRPr sz="1100"/>
            </a:lvl1pPr>
            <a:lvl2pPr lvl="1" rtl="0" algn="r">
              <a:lnSpc>
                <a:spcPct val="100000"/>
              </a:lnSpc>
              <a:spcBef>
                <a:spcPts val="0"/>
              </a:spcBef>
              <a:spcAft>
                <a:spcPts val="0"/>
              </a:spcAft>
              <a:buSzPts val="1100"/>
              <a:buNone/>
              <a:defRPr sz="1100"/>
            </a:lvl2pPr>
            <a:lvl3pPr lvl="2" rtl="0" algn="r">
              <a:lnSpc>
                <a:spcPct val="100000"/>
              </a:lnSpc>
              <a:spcBef>
                <a:spcPts val="0"/>
              </a:spcBef>
              <a:spcAft>
                <a:spcPts val="0"/>
              </a:spcAft>
              <a:buSzPts val="1100"/>
              <a:buNone/>
              <a:defRPr sz="1100"/>
            </a:lvl3pPr>
            <a:lvl4pPr lvl="3" rtl="0" algn="r">
              <a:lnSpc>
                <a:spcPct val="100000"/>
              </a:lnSpc>
              <a:spcBef>
                <a:spcPts val="0"/>
              </a:spcBef>
              <a:spcAft>
                <a:spcPts val="0"/>
              </a:spcAft>
              <a:buSzPts val="1100"/>
              <a:buNone/>
              <a:defRPr sz="1100"/>
            </a:lvl4pPr>
            <a:lvl5pPr lvl="4" rtl="0" algn="r">
              <a:lnSpc>
                <a:spcPct val="100000"/>
              </a:lnSpc>
              <a:spcBef>
                <a:spcPts val="0"/>
              </a:spcBef>
              <a:spcAft>
                <a:spcPts val="0"/>
              </a:spcAft>
              <a:buSzPts val="1100"/>
              <a:buNone/>
              <a:defRPr sz="1100"/>
            </a:lvl5pPr>
            <a:lvl6pPr lvl="5" rtl="0" algn="r">
              <a:lnSpc>
                <a:spcPct val="100000"/>
              </a:lnSpc>
              <a:spcBef>
                <a:spcPts val="0"/>
              </a:spcBef>
              <a:spcAft>
                <a:spcPts val="0"/>
              </a:spcAft>
              <a:buSzPts val="1100"/>
              <a:buNone/>
              <a:defRPr sz="1100"/>
            </a:lvl6pPr>
            <a:lvl7pPr lvl="6" rtl="0" algn="r">
              <a:lnSpc>
                <a:spcPct val="100000"/>
              </a:lnSpc>
              <a:spcBef>
                <a:spcPts val="0"/>
              </a:spcBef>
              <a:spcAft>
                <a:spcPts val="0"/>
              </a:spcAft>
              <a:buSzPts val="1100"/>
              <a:buNone/>
              <a:defRPr sz="1100"/>
            </a:lvl7pPr>
            <a:lvl8pPr lvl="7" rtl="0" algn="r">
              <a:lnSpc>
                <a:spcPct val="100000"/>
              </a:lnSpc>
              <a:spcBef>
                <a:spcPts val="0"/>
              </a:spcBef>
              <a:spcAft>
                <a:spcPts val="0"/>
              </a:spcAft>
              <a:buSzPts val="1100"/>
              <a:buNone/>
              <a:defRPr sz="1100"/>
            </a:lvl8pPr>
            <a:lvl9pPr lvl="8" rtl="0" algn="r">
              <a:lnSpc>
                <a:spcPct val="100000"/>
              </a:lnSpc>
              <a:spcBef>
                <a:spcPts val="0"/>
              </a:spcBef>
              <a:spcAft>
                <a:spcPts val="0"/>
              </a:spcAft>
              <a:buSzPts val="1100"/>
              <a:buNone/>
              <a:defRPr sz="11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14">
    <p:spTree>
      <p:nvGrpSpPr>
        <p:cNvPr id="37" name="Shape 37"/>
        <p:cNvGrpSpPr/>
        <p:nvPr/>
      </p:nvGrpSpPr>
      <p:grpSpPr>
        <a:xfrm>
          <a:off x="0" y="0"/>
          <a:ext cx="0" cy="0"/>
          <a:chOff x="0" y="0"/>
          <a:chExt cx="0" cy="0"/>
        </a:xfrm>
      </p:grpSpPr>
      <p:sp>
        <p:nvSpPr>
          <p:cNvPr id="38" name="Google Shape;38;p5"/>
          <p:cNvSpPr txBox="1"/>
          <p:nvPr>
            <p:ph type="ctrTitle"/>
          </p:nvPr>
        </p:nvSpPr>
        <p:spPr>
          <a:xfrm>
            <a:off x="3870900" y="376498"/>
            <a:ext cx="3867300" cy="2054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SzPts val="1600"/>
              <a:buNone/>
              <a:defRPr sz="1600"/>
            </a:lvl2pPr>
            <a:lvl3pPr lvl="2" rtl="0" algn="r">
              <a:spcBef>
                <a:spcPts val="0"/>
              </a:spcBef>
              <a:spcAft>
                <a:spcPts val="0"/>
              </a:spcAft>
              <a:buSzPts val="1600"/>
              <a:buNone/>
              <a:defRPr sz="1600"/>
            </a:lvl3pPr>
            <a:lvl4pPr lvl="3" rtl="0" algn="r">
              <a:spcBef>
                <a:spcPts val="0"/>
              </a:spcBef>
              <a:spcAft>
                <a:spcPts val="0"/>
              </a:spcAft>
              <a:buSzPts val="1600"/>
              <a:buNone/>
              <a:defRPr sz="1600"/>
            </a:lvl4pPr>
            <a:lvl5pPr lvl="4" rtl="0" algn="r">
              <a:spcBef>
                <a:spcPts val="0"/>
              </a:spcBef>
              <a:spcAft>
                <a:spcPts val="0"/>
              </a:spcAft>
              <a:buSzPts val="1600"/>
              <a:buNone/>
              <a:defRPr sz="1600"/>
            </a:lvl5pPr>
            <a:lvl6pPr lvl="5" rtl="0" algn="r">
              <a:spcBef>
                <a:spcPts val="0"/>
              </a:spcBef>
              <a:spcAft>
                <a:spcPts val="0"/>
              </a:spcAft>
              <a:buSzPts val="1600"/>
              <a:buNone/>
              <a:defRPr sz="1600"/>
            </a:lvl6pPr>
            <a:lvl7pPr lvl="6" rtl="0" algn="r">
              <a:spcBef>
                <a:spcPts val="0"/>
              </a:spcBef>
              <a:spcAft>
                <a:spcPts val="0"/>
              </a:spcAft>
              <a:buSzPts val="1600"/>
              <a:buNone/>
              <a:defRPr sz="1600"/>
            </a:lvl7pPr>
            <a:lvl8pPr lvl="7" rtl="0" algn="r">
              <a:spcBef>
                <a:spcPts val="0"/>
              </a:spcBef>
              <a:spcAft>
                <a:spcPts val="0"/>
              </a:spcAft>
              <a:buSzPts val="1600"/>
              <a:buNone/>
              <a:defRPr sz="1600"/>
            </a:lvl8pPr>
            <a:lvl9pPr lvl="8" rtl="0" algn="r">
              <a:spcBef>
                <a:spcPts val="0"/>
              </a:spcBef>
              <a:spcAft>
                <a:spcPts val="0"/>
              </a:spcAft>
              <a:buSzPts val="1600"/>
              <a:buNone/>
              <a:defRPr sz="1600"/>
            </a:lvl9pPr>
          </a:lstStyle>
          <a:p/>
        </p:txBody>
      </p:sp>
      <p:sp>
        <p:nvSpPr>
          <p:cNvPr id="39" name="Google Shape;39;p5"/>
          <p:cNvSpPr txBox="1"/>
          <p:nvPr>
            <p:ph idx="1" type="subTitle"/>
          </p:nvPr>
        </p:nvSpPr>
        <p:spPr>
          <a:xfrm>
            <a:off x="4754950" y="2314225"/>
            <a:ext cx="2983200" cy="178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r">
              <a:lnSpc>
                <a:spcPct val="100000"/>
              </a:lnSpc>
              <a:spcBef>
                <a:spcPts val="0"/>
              </a:spcBef>
              <a:spcAft>
                <a:spcPts val="0"/>
              </a:spcAft>
              <a:buSzPts val="1200"/>
              <a:buNone/>
              <a:defRPr/>
            </a:lvl2pPr>
            <a:lvl3pPr lvl="2" rtl="0" algn="r">
              <a:lnSpc>
                <a:spcPct val="100000"/>
              </a:lnSpc>
              <a:spcBef>
                <a:spcPts val="0"/>
              </a:spcBef>
              <a:spcAft>
                <a:spcPts val="0"/>
              </a:spcAft>
              <a:buSzPts val="1200"/>
              <a:buNone/>
              <a:defRPr/>
            </a:lvl3pPr>
            <a:lvl4pPr lvl="3" rtl="0" algn="r">
              <a:lnSpc>
                <a:spcPct val="100000"/>
              </a:lnSpc>
              <a:spcBef>
                <a:spcPts val="0"/>
              </a:spcBef>
              <a:spcAft>
                <a:spcPts val="0"/>
              </a:spcAft>
              <a:buSzPts val="1200"/>
              <a:buNone/>
              <a:defRPr/>
            </a:lvl4pPr>
            <a:lvl5pPr lvl="4" rtl="0" algn="r">
              <a:lnSpc>
                <a:spcPct val="100000"/>
              </a:lnSpc>
              <a:spcBef>
                <a:spcPts val="0"/>
              </a:spcBef>
              <a:spcAft>
                <a:spcPts val="0"/>
              </a:spcAft>
              <a:buSzPts val="1200"/>
              <a:buNone/>
              <a:defRPr/>
            </a:lvl5pPr>
            <a:lvl6pPr lvl="5" rtl="0" algn="r">
              <a:lnSpc>
                <a:spcPct val="100000"/>
              </a:lnSpc>
              <a:spcBef>
                <a:spcPts val="0"/>
              </a:spcBef>
              <a:spcAft>
                <a:spcPts val="0"/>
              </a:spcAft>
              <a:buSzPts val="1200"/>
              <a:buNone/>
              <a:defRPr/>
            </a:lvl6pPr>
            <a:lvl7pPr lvl="6" rtl="0" algn="r">
              <a:lnSpc>
                <a:spcPct val="100000"/>
              </a:lnSpc>
              <a:spcBef>
                <a:spcPts val="0"/>
              </a:spcBef>
              <a:spcAft>
                <a:spcPts val="0"/>
              </a:spcAft>
              <a:buSzPts val="1200"/>
              <a:buNone/>
              <a:defRPr/>
            </a:lvl7pPr>
            <a:lvl8pPr lvl="7" rtl="0" algn="r">
              <a:lnSpc>
                <a:spcPct val="100000"/>
              </a:lnSpc>
              <a:spcBef>
                <a:spcPts val="0"/>
              </a:spcBef>
              <a:spcAft>
                <a:spcPts val="0"/>
              </a:spcAft>
              <a:buSzPts val="1200"/>
              <a:buNone/>
              <a:defRPr/>
            </a:lvl8pPr>
            <a:lvl9pPr lvl="8" rtl="0" algn="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1">
  <p:cSld name="CUSTOM_7_2">
    <p:spTree>
      <p:nvGrpSpPr>
        <p:cNvPr id="40" name="Shape 40"/>
        <p:cNvGrpSpPr/>
        <p:nvPr/>
      </p:nvGrpSpPr>
      <p:grpSpPr>
        <a:xfrm>
          <a:off x="0" y="0"/>
          <a:ext cx="0" cy="0"/>
          <a:chOff x="0" y="0"/>
          <a:chExt cx="0" cy="0"/>
        </a:xfrm>
      </p:grpSpPr>
      <p:sp>
        <p:nvSpPr>
          <p:cNvPr id="41" name="Google Shape;41;p6"/>
          <p:cNvSpPr txBox="1"/>
          <p:nvPr>
            <p:ph type="ctrTitle"/>
          </p:nvPr>
        </p:nvSpPr>
        <p:spPr>
          <a:xfrm flipH="1">
            <a:off x="4101725" y="2243225"/>
            <a:ext cx="2755800" cy="19212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CCCCCC"/>
              </a:buClr>
              <a:buSzPts val="3600"/>
              <a:buNone/>
              <a:defRPr sz="3600">
                <a:solidFill>
                  <a:srgbClr val="CCCCCC"/>
                </a:solidFill>
              </a:defRPr>
            </a:lvl1pPr>
            <a:lvl2pPr lvl="1" rtl="0">
              <a:spcBef>
                <a:spcPts val="0"/>
              </a:spcBef>
              <a:spcAft>
                <a:spcPts val="0"/>
              </a:spcAft>
              <a:buClr>
                <a:srgbClr val="CCCCCC"/>
              </a:buClr>
              <a:buSzPts val="6500"/>
              <a:buNone/>
              <a:defRPr sz="6500">
                <a:solidFill>
                  <a:srgbClr val="CCCCCC"/>
                </a:solidFill>
              </a:defRPr>
            </a:lvl2pPr>
            <a:lvl3pPr lvl="2" rtl="0">
              <a:spcBef>
                <a:spcPts val="0"/>
              </a:spcBef>
              <a:spcAft>
                <a:spcPts val="0"/>
              </a:spcAft>
              <a:buClr>
                <a:srgbClr val="CCCCCC"/>
              </a:buClr>
              <a:buSzPts val="6500"/>
              <a:buNone/>
              <a:defRPr sz="6500">
                <a:solidFill>
                  <a:srgbClr val="CCCCCC"/>
                </a:solidFill>
              </a:defRPr>
            </a:lvl3pPr>
            <a:lvl4pPr lvl="3" rtl="0">
              <a:spcBef>
                <a:spcPts val="0"/>
              </a:spcBef>
              <a:spcAft>
                <a:spcPts val="0"/>
              </a:spcAft>
              <a:buClr>
                <a:srgbClr val="CCCCCC"/>
              </a:buClr>
              <a:buSzPts val="6500"/>
              <a:buNone/>
              <a:defRPr sz="6500">
                <a:solidFill>
                  <a:srgbClr val="CCCCCC"/>
                </a:solidFill>
              </a:defRPr>
            </a:lvl4pPr>
            <a:lvl5pPr lvl="4" rtl="0">
              <a:spcBef>
                <a:spcPts val="0"/>
              </a:spcBef>
              <a:spcAft>
                <a:spcPts val="0"/>
              </a:spcAft>
              <a:buClr>
                <a:srgbClr val="CCCCCC"/>
              </a:buClr>
              <a:buSzPts val="6500"/>
              <a:buNone/>
              <a:defRPr sz="6500">
                <a:solidFill>
                  <a:srgbClr val="CCCCCC"/>
                </a:solidFill>
              </a:defRPr>
            </a:lvl5pPr>
            <a:lvl6pPr lvl="5" rtl="0">
              <a:spcBef>
                <a:spcPts val="0"/>
              </a:spcBef>
              <a:spcAft>
                <a:spcPts val="0"/>
              </a:spcAft>
              <a:buClr>
                <a:srgbClr val="CCCCCC"/>
              </a:buClr>
              <a:buSzPts val="6500"/>
              <a:buNone/>
              <a:defRPr sz="6500">
                <a:solidFill>
                  <a:srgbClr val="CCCCCC"/>
                </a:solidFill>
              </a:defRPr>
            </a:lvl6pPr>
            <a:lvl7pPr lvl="6" rtl="0">
              <a:spcBef>
                <a:spcPts val="0"/>
              </a:spcBef>
              <a:spcAft>
                <a:spcPts val="0"/>
              </a:spcAft>
              <a:buClr>
                <a:srgbClr val="CCCCCC"/>
              </a:buClr>
              <a:buSzPts val="6500"/>
              <a:buNone/>
              <a:defRPr sz="6500">
                <a:solidFill>
                  <a:srgbClr val="CCCCCC"/>
                </a:solidFill>
              </a:defRPr>
            </a:lvl7pPr>
            <a:lvl8pPr lvl="7" rtl="0">
              <a:spcBef>
                <a:spcPts val="0"/>
              </a:spcBef>
              <a:spcAft>
                <a:spcPts val="0"/>
              </a:spcAft>
              <a:buClr>
                <a:srgbClr val="CCCCCC"/>
              </a:buClr>
              <a:buSzPts val="6500"/>
              <a:buNone/>
              <a:defRPr sz="6500">
                <a:solidFill>
                  <a:srgbClr val="CCCCCC"/>
                </a:solidFill>
              </a:defRPr>
            </a:lvl8pPr>
            <a:lvl9pPr lvl="8" rtl="0">
              <a:spcBef>
                <a:spcPts val="0"/>
              </a:spcBef>
              <a:spcAft>
                <a:spcPts val="0"/>
              </a:spcAft>
              <a:buClr>
                <a:srgbClr val="CCCCCC"/>
              </a:buClr>
              <a:buSzPts val="6500"/>
              <a:buNone/>
              <a:defRPr sz="6500">
                <a:solidFill>
                  <a:srgbClr val="CCCCCC"/>
                </a:solidFill>
              </a:defRPr>
            </a:lvl9pPr>
          </a:lstStyle>
          <a:p/>
        </p:txBody>
      </p:sp>
      <p:sp>
        <p:nvSpPr>
          <p:cNvPr id="42" name="Google Shape;42;p6"/>
          <p:cNvSpPr txBox="1"/>
          <p:nvPr>
            <p:ph hasCustomPrompt="1" idx="2" type="title"/>
          </p:nvPr>
        </p:nvSpPr>
        <p:spPr>
          <a:xfrm flipH="1">
            <a:off x="-746050" y="2419325"/>
            <a:ext cx="4488300" cy="16224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6"/>
          <p:cNvSpPr/>
          <p:nvPr/>
        </p:nvSpPr>
        <p:spPr>
          <a:xfrm>
            <a:off x="2522400" y="753125"/>
            <a:ext cx="4099200" cy="3583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CCCCC"/>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 subtitle">
  <p:cSld name="CUSTOM_15">
    <p:spTree>
      <p:nvGrpSpPr>
        <p:cNvPr id="44" name="Shape 44"/>
        <p:cNvGrpSpPr/>
        <p:nvPr/>
      </p:nvGrpSpPr>
      <p:grpSpPr>
        <a:xfrm>
          <a:off x="0" y="0"/>
          <a:ext cx="0" cy="0"/>
          <a:chOff x="0" y="0"/>
          <a:chExt cx="0" cy="0"/>
        </a:xfrm>
      </p:grpSpPr>
      <p:sp>
        <p:nvSpPr>
          <p:cNvPr id="45" name="Google Shape;45;p7"/>
          <p:cNvSpPr txBox="1"/>
          <p:nvPr>
            <p:ph idx="1" type="subTitle"/>
          </p:nvPr>
        </p:nvSpPr>
        <p:spPr>
          <a:xfrm>
            <a:off x="3531568" y="3311625"/>
            <a:ext cx="4981800" cy="36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CCCCCC"/>
              </a:buClr>
              <a:buSzPts val="1000"/>
              <a:buNone/>
              <a:defRPr sz="1000">
                <a:solidFill>
                  <a:srgbClr val="CCCCCC"/>
                </a:solidFill>
              </a:defRPr>
            </a:lvl1pPr>
            <a:lvl2pPr lvl="1" rtl="0" algn="r">
              <a:lnSpc>
                <a:spcPct val="100000"/>
              </a:lnSpc>
              <a:spcBef>
                <a:spcPts val="0"/>
              </a:spcBef>
              <a:spcAft>
                <a:spcPts val="0"/>
              </a:spcAft>
              <a:buClr>
                <a:srgbClr val="CCCCCC"/>
              </a:buClr>
              <a:buSzPts val="1000"/>
              <a:buNone/>
              <a:defRPr sz="1000">
                <a:solidFill>
                  <a:srgbClr val="CCCCCC"/>
                </a:solidFill>
              </a:defRPr>
            </a:lvl2pPr>
            <a:lvl3pPr lvl="2" rtl="0" algn="r">
              <a:lnSpc>
                <a:spcPct val="100000"/>
              </a:lnSpc>
              <a:spcBef>
                <a:spcPts val="0"/>
              </a:spcBef>
              <a:spcAft>
                <a:spcPts val="0"/>
              </a:spcAft>
              <a:buClr>
                <a:srgbClr val="CCCCCC"/>
              </a:buClr>
              <a:buSzPts val="1000"/>
              <a:buNone/>
              <a:defRPr sz="1000">
                <a:solidFill>
                  <a:srgbClr val="CCCCCC"/>
                </a:solidFill>
              </a:defRPr>
            </a:lvl3pPr>
            <a:lvl4pPr lvl="3" rtl="0" algn="r">
              <a:lnSpc>
                <a:spcPct val="100000"/>
              </a:lnSpc>
              <a:spcBef>
                <a:spcPts val="0"/>
              </a:spcBef>
              <a:spcAft>
                <a:spcPts val="0"/>
              </a:spcAft>
              <a:buClr>
                <a:srgbClr val="CCCCCC"/>
              </a:buClr>
              <a:buSzPts val="1000"/>
              <a:buNone/>
              <a:defRPr sz="1000">
                <a:solidFill>
                  <a:srgbClr val="CCCCCC"/>
                </a:solidFill>
              </a:defRPr>
            </a:lvl4pPr>
            <a:lvl5pPr lvl="4" rtl="0" algn="r">
              <a:lnSpc>
                <a:spcPct val="100000"/>
              </a:lnSpc>
              <a:spcBef>
                <a:spcPts val="0"/>
              </a:spcBef>
              <a:spcAft>
                <a:spcPts val="0"/>
              </a:spcAft>
              <a:buClr>
                <a:srgbClr val="CCCCCC"/>
              </a:buClr>
              <a:buSzPts val="1000"/>
              <a:buNone/>
              <a:defRPr sz="1000">
                <a:solidFill>
                  <a:srgbClr val="CCCCCC"/>
                </a:solidFill>
              </a:defRPr>
            </a:lvl5pPr>
            <a:lvl6pPr lvl="5" rtl="0" algn="r">
              <a:lnSpc>
                <a:spcPct val="100000"/>
              </a:lnSpc>
              <a:spcBef>
                <a:spcPts val="0"/>
              </a:spcBef>
              <a:spcAft>
                <a:spcPts val="0"/>
              </a:spcAft>
              <a:buClr>
                <a:srgbClr val="CCCCCC"/>
              </a:buClr>
              <a:buSzPts val="1000"/>
              <a:buNone/>
              <a:defRPr sz="1000">
                <a:solidFill>
                  <a:srgbClr val="CCCCCC"/>
                </a:solidFill>
              </a:defRPr>
            </a:lvl6pPr>
            <a:lvl7pPr lvl="6" rtl="0" algn="r">
              <a:lnSpc>
                <a:spcPct val="100000"/>
              </a:lnSpc>
              <a:spcBef>
                <a:spcPts val="0"/>
              </a:spcBef>
              <a:spcAft>
                <a:spcPts val="0"/>
              </a:spcAft>
              <a:buClr>
                <a:srgbClr val="CCCCCC"/>
              </a:buClr>
              <a:buSzPts val="1000"/>
              <a:buNone/>
              <a:defRPr sz="1000">
                <a:solidFill>
                  <a:srgbClr val="CCCCCC"/>
                </a:solidFill>
              </a:defRPr>
            </a:lvl7pPr>
            <a:lvl8pPr lvl="7" rtl="0" algn="r">
              <a:lnSpc>
                <a:spcPct val="100000"/>
              </a:lnSpc>
              <a:spcBef>
                <a:spcPts val="0"/>
              </a:spcBef>
              <a:spcAft>
                <a:spcPts val="0"/>
              </a:spcAft>
              <a:buClr>
                <a:srgbClr val="CCCCCC"/>
              </a:buClr>
              <a:buSzPts val="1000"/>
              <a:buNone/>
              <a:defRPr sz="1000">
                <a:solidFill>
                  <a:srgbClr val="CCCCCC"/>
                </a:solidFill>
              </a:defRPr>
            </a:lvl8pPr>
            <a:lvl9pPr lvl="8" rtl="0" algn="r">
              <a:lnSpc>
                <a:spcPct val="100000"/>
              </a:lnSpc>
              <a:spcBef>
                <a:spcPts val="0"/>
              </a:spcBef>
              <a:spcAft>
                <a:spcPts val="0"/>
              </a:spcAft>
              <a:buClr>
                <a:srgbClr val="CCCCCC"/>
              </a:buClr>
              <a:buSzPts val="1000"/>
              <a:buNone/>
              <a:defRPr sz="1000">
                <a:solidFill>
                  <a:srgbClr val="CCCCCC"/>
                </a:solidFill>
              </a:defRPr>
            </a:lvl9pPr>
          </a:lstStyle>
          <a:p/>
        </p:txBody>
      </p:sp>
      <p:sp>
        <p:nvSpPr>
          <p:cNvPr id="46" name="Google Shape;46;p7"/>
          <p:cNvSpPr txBox="1"/>
          <p:nvPr>
            <p:ph type="ctrTitle"/>
          </p:nvPr>
        </p:nvSpPr>
        <p:spPr>
          <a:xfrm>
            <a:off x="723600" y="470625"/>
            <a:ext cx="14976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1">
  <p:cSld name="CUSTOM_16">
    <p:spTree>
      <p:nvGrpSpPr>
        <p:cNvPr id="47" name="Shape 47"/>
        <p:cNvGrpSpPr/>
        <p:nvPr/>
      </p:nvGrpSpPr>
      <p:grpSpPr>
        <a:xfrm>
          <a:off x="0" y="0"/>
          <a:ext cx="0" cy="0"/>
          <a:chOff x="0" y="0"/>
          <a:chExt cx="0" cy="0"/>
        </a:xfrm>
      </p:grpSpPr>
      <p:sp>
        <p:nvSpPr>
          <p:cNvPr id="48" name="Google Shape;48;p8"/>
          <p:cNvSpPr txBox="1"/>
          <p:nvPr>
            <p:ph idx="1" type="subTitle"/>
          </p:nvPr>
        </p:nvSpPr>
        <p:spPr>
          <a:xfrm>
            <a:off x="934666" y="2394325"/>
            <a:ext cx="2877300" cy="295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800">
                <a:solidFill>
                  <a:srgbClr val="B7B7B7"/>
                </a:solidFill>
                <a:latin typeface="DM Serif Display"/>
                <a:ea typeface="DM Serif Display"/>
                <a:cs typeface="DM Serif Display"/>
                <a:sym typeface="DM Serif Display"/>
              </a:defRPr>
            </a:lvl1pPr>
            <a:lvl2pPr lvl="1" rtl="0">
              <a:spcBef>
                <a:spcPts val="1600"/>
              </a:spcBef>
              <a:spcAft>
                <a:spcPts val="0"/>
              </a:spcAft>
              <a:buNone/>
              <a:defRPr>
                <a:solidFill>
                  <a:srgbClr val="B7B7B7"/>
                </a:solidFill>
                <a:latin typeface="DM Serif Display"/>
                <a:ea typeface="DM Serif Display"/>
                <a:cs typeface="DM Serif Display"/>
                <a:sym typeface="DM Serif Display"/>
              </a:defRPr>
            </a:lvl2pPr>
            <a:lvl3pPr lvl="2" rtl="0">
              <a:spcBef>
                <a:spcPts val="1600"/>
              </a:spcBef>
              <a:spcAft>
                <a:spcPts val="0"/>
              </a:spcAft>
              <a:buNone/>
              <a:defRPr>
                <a:solidFill>
                  <a:srgbClr val="B7B7B7"/>
                </a:solidFill>
                <a:latin typeface="DM Serif Display"/>
                <a:ea typeface="DM Serif Display"/>
                <a:cs typeface="DM Serif Display"/>
                <a:sym typeface="DM Serif Display"/>
              </a:defRPr>
            </a:lvl3pPr>
            <a:lvl4pPr lvl="3" rtl="0">
              <a:spcBef>
                <a:spcPts val="1600"/>
              </a:spcBef>
              <a:spcAft>
                <a:spcPts val="0"/>
              </a:spcAft>
              <a:buNone/>
              <a:defRPr>
                <a:solidFill>
                  <a:srgbClr val="B7B7B7"/>
                </a:solidFill>
                <a:latin typeface="DM Serif Display"/>
                <a:ea typeface="DM Serif Display"/>
                <a:cs typeface="DM Serif Display"/>
                <a:sym typeface="DM Serif Display"/>
              </a:defRPr>
            </a:lvl4pPr>
            <a:lvl5pPr lvl="4" rtl="0">
              <a:spcBef>
                <a:spcPts val="1600"/>
              </a:spcBef>
              <a:spcAft>
                <a:spcPts val="0"/>
              </a:spcAft>
              <a:buNone/>
              <a:defRPr>
                <a:solidFill>
                  <a:srgbClr val="B7B7B7"/>
                </a:solidFill>
                <a:latin typeface="DM Serif Display"/>
                <a:ea typeface="DM Serif Display"/>
                <a:cs typeface="DM Serif Display"/>
                <a:sym typeface="DM Serif Display"/>
              </a:defRPr>
            </a:lvl5pPr>
            <a:lvl6pPr lvl="5" rtl="0">
              <a:spcBef>
                <a:spcPts val="1600"/>
              </a:spcBef>
              <a:spcAft>
                <a:spcPts val="0"/>
              </a:spcAft>
              <a:buNone/>
              <a:defRPr>
                <a:solidFill>
                  <a:srgbClr val="B7B7B7"/>
                </a:solidFill>
                <a:latin typeface="DM Serif Display"/>
                <a:ea typeface="DM Serif Display"/>
                <a:cs typeface="DM Serif Display"/>
                <a:sym typeface="DM Serif Display"/>
              </a:defRPr>
            </a:lvl6pPr>
            <a:lvl7pPr lvl="6" rtl="0">
              <a:spcBef>
                <a:spcPts val="1600"/>
              </a:spcBef>
              <a:spcAft>
                <a:spcPts val="0"/>
              </a:spcAft>
              <a:buNone/>
              <a:defRPr>
                <a:solidFill>
                  <a:srgbClr val="B7B7B7"/>
                </a:solidFill>
                <a:latin typeface="DM Serif Display"/>
                <a:ea typeface="DM Serif Display"/>
                <a:cs typeface="DM Serif Display"/>
                <a:sym typeface="DM Serif Display"/>
              </a:defRPr>
            </a:lvl7pPr>
            <a:lvl8pPr lvl="7" rtl="0">
              <a:spcBef>
                <a:spcPts val="1600"/>
              </a:spcBef>
              <a:spcAft>
                <a:spcPts val="0"/>
              </a:spcAft>
              <a:buNone/>
              <a:defRPr>
                <a:solidFill>
                  <a:srgbClr val="B7B7B7"/>
                </a:solidFill>
                <a:latin typeface="DM Serif Display"/>
                <a:ea typeface="DM Serif Display"/>
                <a:cs typeface="DM Serif Display"/>
                <a:sym typeface="DM Serif Display"/>
              </a:defRPr>
            </a:lvl8pPr>
            <a:lvl9pPr lvl="8" rtl="0">
              <a:spcBef>
                <a:spcPts val="1600"/>
              </a:spcBef>
              <a:spcAft>
                <a:spcPts val="1600"/>
              </a:spcAft>
              <a:buNone/>
              <a:defRPr>
                <a:solidFill>
                  <a:srgbClr val="B7B7B7"/>
                </a:solidFill>
                <a:latin typeface="DM Serif Display"/>
                <a:ea typeface="DM Serif Display"/>
                <a:cs typeface="DM Serif Display"/>
                <a:sym typeface="DM Serif Display"/>
              </a:defRPr>
            </a:lvl9pPr>
          </a:lstStyle>
          <a:p/>
        </p:txBody>
      </p:sp>
      <p:sp>
        <p:nvSpPr>
          <p:cNvPr id="49" name="Google Shape;49;p8"/>
          <p:cNvSpPr txBox="1"/>
          <p:nvPr>
            <p:ph idx="2" type="subTitle"/>
          </p:nvPr>
        </p:nvSpPr>
        <p:spPr>
          <a:xfrm>
            <a:off x="934666" y="2571750"/>
            <a:ext cx="2877300" cy="295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solidFill>
                  <a:srgbClr val="B7B7B7"/>
                </a:solidFill>
              </a:defRPr>
            </a:lvl1pPr>
            <a:lvl2pPr lvl="1" rtl="0">
              <a:spcBef>
                <a:spcPts val="1600"/>
              </a:spcBef>
              <a:spcAft>
                <a:spcPts val="0"/>
              </a:spcAft>
              <a:buNone/>
              <a:defRPr>
                <a:solidFill>
                  <a:srgbClr val="B7B7B7"/>
                </a:solidFill>
              </a:defRPr>
            </a:lvl2pPr>
            <a:lvl3pPr lvl="2" rtl="0">
              <a:spcBef>
                <a:spcPts val="1600"/>
              </a:spcBef>
              <a:spcAft>
                <a:spcPts val="0"/>
              </a:spcAft>
              <a:buNone/>
              <a:defRPr>
                <a:solidFill>
                  <a:srgbClr val="B7B7B7"/>
                </a:solidFill>
              </a:defRPr>
            </a:lvl3pPr>
            <a:lvl4pPr lvl="3" rtl="0">
              <a:spcBef>
                <a:spcPts val="1600"/>
              </a:spcBef>
              <a:spcAft>
                <a:spcPts val="0"/>
              </a:spcAft>
              <a:buNone/>
              <a:defRPr>
                <a:solidFill>
                  <a:srgbClr val="B7B7B7"/>
                </a:solidFill>
              </a:defRPr>
            </a:lvl4pPr>
            <a:lvl5pPr lvl="4" rtl="0">
              <a:spcBef>
                <a:spcPts val="1600"/>
              </a:spcBef>
              <a:spcAft>
                <a:spcPts val="0"/>
              </a:spcAft>
              <a:buNone/>
              <a:defRPr>
                <a:solidFill>
                  <a:srgbClr val="B7B7B7"/>
                </a:solidFill>
              </a:defRPr>
            </a:lvl5pPr>
            <a:lvl6pPr lvl="5" rtl="0">
              <a:spcBef>
                <a:spcPts val="1600"/>
              </a:spcBef>
              <a:spcAft>
                <a:spcPts val="0"/>
              </a:spcAft>
              <a:buNone/>
              <a:defRPr>
                <a:solidFill>
                  <a:srgbClr val="B7B7B7"/>
                </a:solidFill>
              </a:defRPr>
            </a:lvl6pPr>
            <a:lvl7pPr lvl="6" rtl="0">
              <a:spcBef>
                <a:spcPts val="1600"/>
              </a:spcBef>
              <a:spcAft>
                <a:spcPts val="0"/>
              </a:spcAft>
              <a:buNone/>
              <a:defRPr>
                <a:solidFill>
                  <a:srgbClr val="B7B7B7"/>
                </a:solidFill>
              </a:defRPr>
            </a:lvl7pPr>
            <a:lvl8pPr lvl="7" rtl="0">
              <a:spcBef>
                <a:spcPts val="1600"/>
              </a:spcBef>
              <a:spcAft>
                <a:spcPts val="0"/>
              </a:spcAft>
              <a:buNone/>
              <a:defRPr>
                <a:solidFill>
                  <a:srgbClr val="B7B7B7"/>
                </a:solidFill>
              </a:defRPr>
            </a:lvl8pPr>
            <a:lvl9pPr lvl="8" rtl="0">
              <a:spcBef>
                <a:spcPts val="1600"/>
              </a:spcBef>
              <a:spcAft>
                <a:spcPts val="1600"/>
              </a:spcAft>
              <a:buNone/>
              <a:defRPr>
                <a:solidFill>
                  <a:srgbClr val="B7B7B7"/>
                </a:solidFill>
              </a:defRPr>
            </a:lvl9pPr>
          </a:lstStyle>
          <a:p/>
        </p:txBody>
      </p:sp>
      <p:sp>
        <p:nvSpPr>
          <p:cNvPr id="50" name="Google Shape;50;p8"/>
          <p:cNvSpPr txBox="1"/>
          <p:nvPr>
            <p:ph idx="3" type="subTitle"/>
          </p:nvPr>
        </p:nvSpPr>
        <p:spPr>
          <a:xfrm>
            <a:off x="5371290" y="2394325"/>
            <a:ext cx="2877300" cy="295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800">
                <a:latin typeface="DM Serif Display"/>
                <a:ea typeface="DM Serif Display"/>
                <a:cs typeface="DM Serif Display"/>
                <a:sym typeface="DM Serif Display"/>
              </a:defRPr>
            </a:lvl1pPr>
            <a:lvl2pPr lvl="1" rtl="0">
              <a:spcBef>
                <a:spcPts val="1600"/>
              </a:spcBef>
              <a:spcAft>
                <a:spcPts val="0"/>
              </a:spcAft>
              <a:buNone/>
              <a:defRPr>
                <a:latin typeface="DM Serif Display"/>
                <a:ea typeface="DM Serif Display"/>
                <a:cs typeface="DM Serif Display"/>
                <a:sym typeface="DM Serif Display"/>
              </a:defRPr>
            </a:lvl2pPr>
            <a:lvl3pPr lvl="2" rtl="0">
              <a:spcBef>
                <a:spcPts val="1600"/>
              </a:spcBef>
              <a:spcAft>
                <a:spcPts val="0"/>
              </a:spcAft>
              <a:buNone/>
              <a:defRPr>
                <a:latin typeface="DM Serif Display"/>
                <a:ea typeface="DM Serif Display"/>
                <a:cs typeface="DM Serif Display"/>
                <a:sym typeface="DM Serif Display"/>
              </a:defRPr>
            </a:lvl3pPr>
            <a:lvl4pPr lvl="3" rtl="0">
              <a:spcBef>
                <a:spcPts val="1600"/>
              </a:spcBef>
              <a:spcAft>
                <a:spcPts val="0"/>
              </a:spcAft>
              <a:buNone/>
              <a:defRPr>
                <a:latin typeface="DM Serif Display"/>
                <a:ea typeface="DM Serif Display"/>
                <a:cs typeface="DM Serif Display"/>
                <a:sym typeface="DM Serif Display"/>
              </a:defRPr>
            </a:lvl4pPr>
            <a:lvl5pPr lvl="4" rtl="0">
              <a:spcBef>
                <a:spcPts val="1600"/>
              </a:spcBef>
              <a:spcAft>
                <a:spcPts val="0"/>
              </a:spcAft>
              <a:buNone/>
              <a:defRPr>
                <a:latin typeface="DM Serif Display"/>
                <a:ea typeface="DM Serif Display"/>
                <a:cs typeface="DM Serif Display"/>
                <a:sym typeface="DM Serif Display"/>
              </a:defRPr>
            </a:lvl5pPr>
            <a:lvl6pPr lvl="5" rtl="0">
              <a:spcBef>
                <a:spcPts val="1600"/>
              </a:spcBef>
              <a:spcAft>
                <a:spcPts val="0"/>
              </a:spcAft>
              <a:buNone/>
              <a:defRPr>
                <a:latin typeface="DM Serif Display"/>
                <a:ea typeface="DM Serif Display"/>
                <a:cs typeface="DM Serif Display"/>
                <a:sym typeface="DM Serif Display"/>
              </a:defRPr>
            </a:lvl6pPr>
            <a:lvl7pPr lvl="6" rtl="0">
              <a:spcBef>
                <a:spcPts val="1600"/>
              </a:spcBef>
              <a:spcAft>
                <a:spcPts val="0"/>
              </a:spcAft>
              <a:buNone/>
              <a:defRPr>
                <a:latin typeface="DM Serif Display"/>
                <a:ea typeface="DM Serif Display"/>
                <a:cs typeface="DM Serif Display"/>
                <a:sym typeface="DM Serif Display"/>
              </a:defRPr>
            </a:lvl7pPr>
            <a:lvl8pPr lvl="7" rtl="0">
              <a:spcBef>
                <a:spcPts val="1600"/>
              </a:spcBef>
              <a:spcAft>
                <a:spcPts val="0"/>
              </a:spcAft>
              <a:buNone/>
              <a:defRPr>
                <a:latin typeface="DM Serif Display"/>
                <a:ea typeface="DM Serif Display"/>
                <a:cs typeface="DM Serif Display"/>
                <a:sym typeface="DM Serif Display"/>
              </a:defRPr>
            </a:lvl8pPr>
            <a:lvl9pPr lvl="8" rtl="0">
              <a:spcBef>
                <a:spcPts val="1600"/>
              </a:spcBef>
              <a:spcAft>
                <a:spcPts val="1600"/>
              </a:spcAft>
              <a:buNone/>
              <a:defRPr>
                <a:latin typeface="DM Serif Display"/>
                <a:ea typeface="DM Serif Display"/>
                <a:cs typeface="DM Serif Display"/>
                <a:sym typeface="DM Serif Display"/>
              </a:defRPr>
            </a:lvl9pPr>
          </a:lstStyle>
          <a:p/>
        </p:txBody>
      </p:sp>
      <p:sp>
        <p:nvSpPr>
          <p:cNvPr id="51" name="Google Shape;51;p8"/>
          <p:cNvSpPr txBox="1"/>
          <p:nvPr>
            <p:ph idx="4" type="subTitle"/>
          </p:nvPr>
        </p:nvSpPr>
        <p:spPr>
          <a:xfrm>
            <a:off x="5371290" y="2571750"/>
            <a:ext cx="2877300" cy="295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1">
  <p:cSld name="CUSTOM_17">
    <p:spTree>
      <p:nvGrpSpPr>
        <p:cNvPr id="52" name="Shape 52"/>
        <p:cNvGrpSpPr/>
        <p:nvPr/>
      </p:nvGrpSpPr>
      <p:grpSpPr>
        <a:xfrm>
          <a:off x="0" y="0"/>
          <a:ext cx="0" cy="0"/>
          <a:chOff x="0" y="0"/>
          <a:chExt cx="0" cy="0"/>
        </a:xfrm>
      </p:grpSpPr>
      <p:sp>
        <p:nvSpPr>
          <p:cNvPr id="53" name="Google Shape;53;p9"/>
          <p:cNvSpPr txBox="1"/>
          <p:nvPr>
            <p:ph type="ctrTitle"/>
          </p:nvPr>
        </p:nvSpPr>
        <p:spPr>
          <a:xfrm>
            <a:off x="4255475" y="425635"/>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 name="Google Shape;54;p9"/>
          <p:cNvSpPr txBox="1"/>
          <p:nvPr>
            <p:ph idx="1" type="subTitle"/>
          </p:nvPr>
        </p:nvSpPr>
        <p:spPr>
          <a:xfrm>
            <a:off x="4255475" y="961206"/>
            <a:ext cx="18813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55" name="Google Shape;55;p9"/>
          <p:cNvSpPr txBox="1"/>
          <p:nvPr>
            <p:ph idx="2" type="ctrTitle"/>
          </p:nvPr>
        </p:nvSpPr>
        <p:spPr>
          <a:xfrm>
            <a:off x="6084275" y="1847944"/>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6" name="Google Shape;56;p9"/>
          <p:cNvSpPr txBox="1"/>
          <p:nvPr>
            <p:ph idx="3" type="subTitle"/>
          </p:nvPr>
        </p:nvSpPr>
        <p:spPr>
          <a:xfrm>
            <a:off x="6084275" y="2383516"/>
            <a:ext cx="18813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57" name="Google Shape;57;p9"/>
          <p:cNvSpPr txBox="1"/>
          <p:nvPr>
            <p:ph idx="4" type="ctrTitle"/>
          </p:nvPr>
        </p:nvSpPr>
        <p:spPr>
          <a:xfrm>
            <a:off x="723600" y="470625"/>
            <a:ext cx="25932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8" name="Google Shape;58;p9"/>
          <p:cNvSpPr txBox="1"/>
          <p:nvPr>
            <p:ph idx="5" type="ctrTitle"/>
          </p:nvPr>
        </p:nvSpPr>
        <p:spPr>
          <a:xfrm>
            <a:off x="1178425" y="1848588"/>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p:txBody>
      </p:sp>
      <p:sp>
        <p:nvSpPr>
          <p:cNvPr id="59" name="Google Shape;59;p9"/>
          <p:cNvSpPr txBox="1"/>
          <p:nvPr>
            <p:ph idx="6" type="subTitle"/>
          </p:nvPr>
        </p:nvSpPr>
        <p:spPr>
          <a:xfrm>
            <a:off x="1217925" y="2384159"/>
            <a:ext cx="18813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60" name="Google Shape;60;p9"/>
          <p:cNvSpPr txBox="1"/>
          <p:nvPr>
            <p:ph idx="7" type="ctrTitle"/>
          </p:nvPr>
        </p:nvSpPr>
        <p:spPr>
          <a:xfrm>
            <a:off x="3007225" y="3270898"/>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1800"/>
              <a:buNone/>
              <a:defRPr sz="1800"/>
            </a:lvl1pPr>
            <a:lvl2pPr lvl="1" rtl="0" algn="r">
              <a:spcBef>
                <a:spcPts val="0"/>
              </a:spcBef>
              <a:spcAft>
                <a:spcPts val="0"/>
              </a:spcAft>
              <a:buSzPts val="1800"/>
              <a:buNone/>
              <a:defRPr sz="1800"/>
            </a:lvl2pPr>
            <a:lvl3pPr lvl="2" rtl="0" algn="r">
              <a:spcBef>
                <a:spcPts val="0"/>
              </a:spcBef>
              <a:spcAft>
                <a:spcPts val="0"/>
              </a:spcAft>
              <a:buSzPts val="1800"/>
              <a:buNone/>
              <a:defRPr sz="1800"/>
            </a:lvl3pPr>
            <a:lvl4pPr lvl="3" rtl="0" algn="r">
              <a:spcBef>
                <a:spcPts val="0"/>
              </a:spcBef>
              <a:spcAft>
                <a:spcPts val="0"/>
              </a:spcAft>
              <a:buSzPts val="1800"/>
              <a:buNone/>
              <a:defRPr sz="1800"/>
            </a:lvl4pPr>
            <a:lvl5pPr lvl="4" rtl="0" algn="r">
              <a:spcBef>
                <a:spcPts val="0"/>
              </a:spcBef>
              <a:spcAft>
                <a:spcPts val="0"/>
              </a:spcAft>
              <a:buSzPts val="1800"/>
              <a:buNone/>
              <a:defRPr sz="1800"/>
            </a:lvl5pPr>
            <a:lvl6pPr lvl="5" rtl="0" algn="r">
              <a:spcBef>
                <a:spcPts val="0"/>
              </a:spcBef>
              <a:spcAft>
                <a:spcPts val="0"/>
              </a:spcAft>
              <a:buSzPts val="1800"/>
              <a:buNone/>
              <a:defRPr sz="1800"/>
            </a:lvl6pPr>
            <a:lvl7pPr lvl="6" rtl="0" algn="r">
              <a:spcBef>
                <a:spcPts val="0"/>
              </a:spcBef>
              <a:spcAft>
                <a:spcPts val="0"/>
              </a:spcAft>
              <a:buSzPts val="1800"/>
              <a:buNone/>
              <a:defRPr sz="1800"/>
            </a:lvl7pPr>
            <a:lvl8pPr lvl="7" rtl="0" algn="r">
              <a:spcBef>
                <a:spcPts val="0"/>
              </a:spcBef>
              <a:spcAft>
                <a:spcPts val="0"/>
              </a:spcAft>
              <a:buSzPts val="1800"/>
              <a:buNone/>
              <a:defRPr sz="1800"/>
            </a:lvl8pPr>
            <a:lvl9pPr lvl="8" rtl="0" algn="r">
              <a:spcBef>
                <a:spcPts val="0"/>
              </a:spcBef>
              <a:spcAft>
                <a:spcPts val="0"/>
              </a:spcAft>
              <a:buSzPts val="1800"/>
              <a:buNone/>
              <a:defRPr sz="1800"/>
            </a:lvl9pPr>
          </a:lstStyle>
          <a:p/>
        </p:txBody>
      </p:sp>
      <p:sp>
        <p:nvSpPr>
          <p:cNvPr id="61" name="Google Shape;61;p9"/>
          <p:cNvSpPr txBox="1"/>
          <p:nvPr>
            <p:ph idx="8" type="subTitle"/>
          </p:nvPr>
        </p:nvSpPr>
        <p:spPr>
          <a:xfrm>
            <a:off x="3046725" y="3806469"/>
            <a:ext cx="18813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62" name="Google Shape;62;p9"/>
          <p:cNvSpPr/>
          <p:nvPr/>
        </p:nvSpPr>
        <p:spPr>
          <a:xfrm>
            <a:off x="3369388" y="-83450"/>
            <a:ext cx="667500" cy="3019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p:nvPr/>
        </p:nvSpPr>
        <p:spPr>
          <a:xfrm>
            <a:off x="5190088" y="2106525"/>
            <a:ext cx="667500" cy="311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s 2">
  <p:cSld name="TITLE_ONLY_3">
    <p:spTree>
      <p:nvGrpSpPr>
        <p:cNvPr id="64" name="Shape 64"/>
        <p:cNvGrpSpPr/>
        <p:nvPr/>
      </p:nvGrpSpPr>
      <p:grpSpPr>
        <a:xfrm>
          <a:off x="0" y="0"/>
          <a:ext cx="0" cy="0"/>
          <a:chOff x="0" y="0"/>
          <a:chExt cx="0" cy="0"/>
        </a:xfrm>
      </p:grpSpPr>
      <p:sp>
        <p:nvSpPr>
          <p:cNvPr id="65" name="Google Shape;65;p10"/>
          <p:cNvSpPr txBox="1"/>
          <p:nvPr>
            <p:ph type="ctrTitle"/>
          </p:nvPr>
        </p:nvSpPr>
        <p:spPr>
          <a:xfrm>
            <a:off x="-539012" y="2132593"/>
            <a:ext cx="4567800" cy="946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sz="24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66" name="Google Shape;66;p10"/>
          <p:cNvSpPr txBox="1"/>
          <p:nvPr>
            <p:ph idx="1" type="subTitle"/>
          </p:nvPr>
        </p:nvSpPr>
        <p:spPr>
          <a:xfrm>
            <a:off x="1231588" y="3202043"/>
            <a:ext cx="27972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67" name="Google Shape;67;p10"/>
          <p:cNvSpPr txBox="1"/>
          <p:nvPr>
            <p:ph idx="2" type="subTitle"/>
          </p:nvPr>
        </p:nvSpPr>
        <p:spPr>
          <a:xfrm>
            <a:off x="5115470" y="3202043"/>
            <a:ext cx="27972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68" name="Google Shape;68;p10"/>
          <p:cNvSpPr txBox="1"/>
          <p:nvPr>
            <p:ph idx="3" type="ctrTitle"/>
          </p:nvPr>
        </p:nvSpPr>
        <p:spPr>
          <a:xfrm>
            <a:off x="5115470" y="2132593"/>
            <a:ext cx="4587300" cy="946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2">
  <p:cSld name="CUSTOM_18">
    <p:spTree>
      <p:nvGrpSpPr>
        <p:cNvPr id="69" name="Shape 69"/>
        <p:cNvGrpSpPr/>
        <p:nvPr/>
      </p:nvGrpSpPr>
      <p:grpSpPr>
        <a:xfrm>
          <a:off x="0" y="0"/>
          <a:ext cx="0" cy="0"/>
          <a:chOff x="0" y="0"/>
          <a:chExt cx="0" cy="0"/>
        </a:xfrm>
      </p:grpSpPr>
      <p:sp>
        <p:nvSpPr>
          <p:cNvPr id="70" name="Google Shape;70;p11"/>
          <p:cNvSpPr/>
          <p:nvPr/>
        </p:nvSpPr>
        <p:spPr>
          <a:xfrm>
            <a:off x="2522400" y="753125"/>
            <a:ext cx="4099200" cy="3583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B7B7B7"/>
              </a:solidFill>
            </a:endParaRPr>
          </a:p>
        </p:txBody>
      </p:sp>
      <p:sp>
        <p:nvSpPr>
          <p:cNvPr id="71" name="Google Shape;71;p11"/>
          <p:cNvSpPr txBox="1"/>
          <p:nvPr>
            <p:ph type="ctrTitle"/>
          </p:nvPr>
        </p:nvSpPr>
        <p:spPr>
          <a:xfrm flipH="1">
            <a:off x="2730125" y="2243225"/>
            <a:ext cx="2755800" cy="19212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B7B7B7"/>
              </a:buClr>
              <a:buSzPts val="3600"/>
              <a:buNone/>
              <a:defRPr sz="3600">
                <a:solidFill>
                  <a:srgbClr val="B7B7B7"/>
                </a:solidFill>
              </a:defRPr>
            </a:lvl1pPr>
            <a:lvl2pPr lvl="1" rtl="0" algn="r">
              <a:spcBef>
                <a:spcPts val="0"/>
              </a:spcBef>
              <a:spcAft>
                <a:spcPts val="0"/>
              </a:spcAft>
              <a:buClr>
                <a:srgbClr val="B7B7B7"/>
              </a:buClr>
              <a:buSzPts val="6500"/>
              <a:buNone/>
              <a:defRPr sz="6500">
                <a:solidFill>
                  <a:srgbClr val="B7B7B7"/>
                </a:solidFill>
              </a:defRPr>
            </a:lvl2pPr>
            <a:lvl3pPr lvl="2" rtl="0" algn="r">
              <a:spcBef>
                <a:spcPts val="0"/>
              </a:spcBef>
              <a:spcAft>
                <a:spcPts val="0"/>
              </a:spcAft>
              <a:buClr>
                <a:srgbClr val="B7B7B7"/>
              </a:buClr>
              <a:buSzPts val="6500"/>
              <a:buNone/>
              <a:defRPr sz="6500">
                <a:solidFill>
                  <a:srgbClr val="B7B7B7"/>
                </a:solidFill>
              </a:defRPr>
            </a:lvl3pPr>
            <a:lvl4pPr lvl="3" rtl="0" algn="r">
              <a:spcBef>
                <a:spcPts val="0"/>
              </a:spcBef>
              <a:spcAft>
                <a:spcPts val="0"/>
              </a:spcAft>
              <a:buClr>
                <a:srgbClr val="B7B7B7"/>
              </a:buClr>
              <a:buSzPts val="6500"/>
              <a:buNone/>
              <a:defRPr sz="6500">
                <a:solidFill>
                  <a:srgbClr val="B7B7B7"/>
                </a:solidFill>
              </a:defRPr>
            </a:lvl4pPr>
            <a:lvl5pPr lvl="4" rtl="0" algn="r">
              <a:spcBef>
                <a:spcPts val="0"/>
              </a:spcBef>
              <a:spcAft>
                <a:spcPts val="0"/>
              </a:spcAft>
              <a:buClr>
                <a:srgbClr val="B7B7B7"/>
              </a:buClr>
              <a:buSzPts val="6500"/>
              <a:buNone/>
              <a:defRPr sz="6500">
                <a:solidFill>
                  <a:srgbClr val="B7B7B7"/>
                </a:solidFill>
              </a:defRPr>
            </a:lvl5pPr>
            <a:lvl6pPr lvl="5" rtl="0" algn="r">
              <a:spcBef>
                <a:spcPts val="0"/>
              </a:spcBef>
              <a:spcAft>
                <a:spcPts val="0"/>
              </a:spcAft>
              <a:buClr>
                <a:srgbClr val="B7B7B7"/>
              </a:buClr>
              <a:buSzPts val="6500"/>
              <a:buNone/>
              <a:defRPr sz="6500">
                <a:solidFill>
                  <a:srgbClr val="B7B7B7"/>
                </a:solidFill>
              </a:defRPr>
            </a:lvl6pPr>
            <a:lvl7pPr lvl="6" rtl="0" algn="r">
              <a:spcBef>
                <a:spcPts val="0"/>
              </a:spcBef>
              <a:spcAft>
                <a:spcPts val="0"/>
              </a:spcAft>
              <a:buClr>
                <a:srgbClr val="B7B7B7"/>
              </a:buClr>
              <a:buSzPts val="6500"/>
              <a:buNone/>
              <a:defRPr sz="6500">
                <a:solidFill>
                  <a:srgbClr val="B7B7B7"/>
                </a:solidFill>
              </a:defRPr>
            </a:lvl7pPr>
            <a:lvl8pPr lvl="7" rtl="0" algn="r">
              <a:spcBef>
                <a:spcPts val="0"/>
              </a:spcBef>
              <a:spcAft>
                <a:spcPts val="0"/>
              </a:spcAft>
              <a:buClr>
                <a:srgbClr val="B7B7B7"/>
              </a:buClr>
              <a:buSzPts val="6500"/>
              <a:buNone/>
              <a:defRPr sz="6500">
                <a:solidFill>
                  <a:srgbClr val="B7B7B7"/>
                </a:solidFill>
              </a:defRPr>
            </a:lvl8pPr>
            <a:lvl9pPr lvl="8" rtl="0" algn="r">
              <a:spcBef>
                <a:spcPts val="0"/>
              </a:spcBef>
              <a:spcAft>
                <a:spcPts val="0"/>
              </a:spcAft>
              <a:buClr>
                <a:srgbClr val="B7B7B7"/>
              </a:buClr>
              <a:buSzPts val="6500"/>
              <a:buNone/>
              <a:defRPr sz="6500">
                <a:solidFill>
                  <a:srgbClr val="B7B7B7"/>
                </a:solidFill>
              </a:defRPr>
            </a:lvl9pPr>
          </a:lstStyle>
          <a:p/>
        </p:txBody>
      </p:sp>
      <p:sp>
        <p:nvSpPr>
          <p:cNvPr id="72" name="Google Shape;72;p11"/>
          <p:cNvSpPr txBox="1"/>
          <p:nvPr>
            <p:ph hasCustomPrompt="1" idx="2" type="title"/>
          </p:nvPr>
        </p:nvSpPr>
        <p:spPr>
          <a:xfrm flipH="1">
            <a:off x="3514050" y="2419325"/>
            <a:ext cx="4488300" cy="16224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B7B7B7"/>
              </a:buClr>
              <a:buSzPts val="16000"/>
              <a:buNone/>
              <a:defRPr sz="16000">
                <a:solidFill>
                  <a:srgbClr val="B7B7B7"/>
                </a:solidFill>
              </a:defRPr>
            </a:lvl1pPr>
            <a:lvl2pPr lvl="1"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B7B7B7"/>
              </a:buClr>
              <a:buSzPts val="14000"/>
              <a:buFont typeface="Fira Sans Extra Condensed Medium"/>
              <a:buNone/>
              <a:defRPr sz="14000">
                <a:solidFill>
                  <a:srgbClr val="B7B7B7"/>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CUSTOM_6_1_1">
    <p:spTree>
      <p:nvGrpSpPr>
        <p:cNvPr id="73" name="Shape 73"/>
        <p:cNvGrpSpPr/>
        <p:nvPr/>
      </p:nvGrpSpPr>
      <p:grpSpPr>
        <a:xfrm>
          <a:off x="0" y="0"/>
          <a:ext cx="0" cy="0"/>
          <a:chOff x="0" y="0"/>
          <a:chExt cx="0" cy="0"/>
        </a:xfrm>
      </p:grpSpPr>
      <p:sp>
        <p:nvSpPr>
          <p:cNvPr id="74" name="Google Shape;74;p12"/>
          <p:cNvSpPr txBox="1"/>
          <p:nvPr>
            <p:ph type="ctrTitle"/>
          </p:nvPr>
        </p:nvSpPr>
        <p:spPr>
          <a:xfrm>
            <a:off x="723600" y="470625"/>
            <a:ext cx="14976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3">
  <p:cSld name="CUSTOM_20">
    <p:spTree>
      <p:nvGrpSpPr>
        <p:cNvPr id="75" name="Shape 75"/>
        <p:cNvGrpSpPr/>
        <p:nvPr/>
      </p:nvGrpSpPr>
      <p:grpSpPr>
        <a:xfrm>
          <a:off x="0" y="0"/>
          <a:ext cx="0" cy="0"/>
          <a:chOff x="0" y="0"/>
          <a:chExt cx="0" cy="0"/>
        </a:xfrm>
      </p:grpSpPr>
      <p:sp>
        <p:nvSpPr>
          <p:cNvPr id="76" name="Google Shape;76;p13"/>
          <p:cNvSpPr txBox="1"/>
          <p:nvPr>
            <p:ph type="ctrTitle"/>
          </p:nvPr>
        </p:nvSpPr>
        <p:spPr>
          <a:xfrm flipH="1">
            <a:off x="4101725" y="2243225"/>
            <a:ext cx="2755800" cy="19212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CCCCCC"/>
              </a:buClr>
              <a:buSzPts val="3600"/>
              <a:buNone/>
              <a:defRPr sz="3600">
                <a:solidFill>
                  <a:srgbClr val="CCCCCC"/>
                </a:solidFill>
              </a:defRPr>
            </a:lvl1pPr>
            <a:lvl2pPr lvl="1" rtl="0">
              <a:spcBef>
                <a:spcPts val="0"/>
              </a:spcBef>
              <a:spcAft>
                <a:spcPts val="0"/>
              </a:spcAft>
              <a:buClr>
                <a:srgbClr val="CCCCCC"/>
              </a:buClr>
              <a:buSzPts val="6500"/>
              <a:buNone/>
              <a:defRPr sz="6500">
                <a:solidFill>
                  <a:srgbClr val="CCCCCC"/>
                </a:solidFill>
              </a:defRPr>
            </a:lvl2pPr>
            <a:lvl3pPr lvl="2" rtl="0">
              <a:spcBef>
                <a:spcPts val="0"/>
              </a:spcBef>
              <a:spcAft>
                <a:spcPts val="0"/>
              </a:spcAft>
              <a:buClr>
                <a:srgbClr val="CCCCCC"/>
              </a:buClr>
              <a:buSzPts val="6500"/>
              <a:buNone/>
              <a:defRPr sz="6500">
                <a:solidFill>
                  <a:srgbClr val="CCCCCC"/>
                </a:solidFill>
              </a:defRPr>
            </a:lvl3pPr>
            <a:lvl4pPr lvl="3" rtl="0">
              <a:spcBef>
                <a:spcPts val="0"/>
              </a:spcBef>
              <a:spcAft>
                <a:spcPts val="0"/>
              </a:spcAft>
              <a:buClr>
                <a:srgbClr val="CCCCCC"/>
              </a:buClr>
              <a:buSzPts val="6500"/>
              <a:buNone/>
              <a:defRPr sz="6500">
                <a:solidFill>
                  <a:srgbClr val="CCCCCC"/>
                </a:solidFill>
              </a:defRPr>
            </a:lvl4pPr>
            <a:lvl5pPr lvl="4" rtl="0">
              <a:spcBef>
                <a:spcPts val="0"/>
              </a:spcBef>
              <a:spcAft>
                <a:spcPts val="0"/>
              </a:spcAft>
              <a:buClr>
                <a:srgbClr val="CCCCCC"/>
              </a:buClr>
              <a:buSzPts val="6500"/>
              <a:buNone/>
              <a:defRPr sz="6500">
                <a:solidFill>
                  <a:srgbClr val="CCCCCC"/>
                </a:solidFill>
              </a:defRPr>
            </a:lvl5pPr>
            <a:lvl6pPr lvl="5" rtl="0">
              <a:spcBef>
                <a:spcPts val="0"/>
              </a:spcBef>
              <a:spcAft>
                <a:spcPts val="0"/>
              </a:spcAft>
              <a:buClr>
                <a:srgbClr val="CCCCCC"/>
              </a:buClr>
              <a:buSzPts val="6500"/>
              <a:buNone/>
              <a:defRPr sz="6500">
                <a:solidFill>
                  <a:srgbClr val="CCCCCC"/>
                </a:solidFill>
              </a:defRPr>
            </a:lvl6pPr>
            <a:lvl7pPr lvl="6" rtl="0">
              <a:spcBef>
                <a:spcPts val="0"/>
              </a:spcBef>
              <a:spcAft>
                <a:spcPts val="0"/>
              </a:spcAft>
              <a:buClr>
                <a:srgbClr val="CCCCCC"/>
              </a:buClr>
              <a:buSzPts val="6500"/>
              <a:buNone/>
              <a:defRPr sz="6500">
                <a:solidFill>
                  <a:srgbClr val="CCCCCC"/>
                </a:solidFill>
              </a:defRPr>
            </a:lvl7pPr>
            <a:lvl8pPr lvl="7" rtl="0">
              <a:spcBef>
                <a:spcPts val="0"/>
              </a:spcBef>
              <a:spcAft>
                <a:spcPts val="0"/>
              </a:spcAft>
              <a:buClr>
                <a:srgbClr val="CCCCCC"/>
              </a:buClr>
              <a:buSzPts val="6500"/>
              <a:buNone/>
              <a:defRPr sz="6500">
                <a:solidFill>
                  <a:srgbClr val="CCCCCC"/>
                </a:solidFill>
              </a:defRPr>
            </a:lvl8pPr>
            <a:lvl9pPr lvl="8" rtl="0">
              <a:spcBef>
                <a:spcPts val="0"/>
              </a:spcBef>
              <a:spcAft>
                <a:spcPts val="0"/>
              </a:spcAft>
              <a:buClr>
                <a:srgbClr val="CCCCCC"/>
              </a:buClr>
              <a:buSzPts val="6500"/>
              <a:buNone/>
              <a:defRPr sz="6500">
                <a:solidFill>
                  <a:srgbClr val="CCCCCC"/>
                </a:solidFill>
              </a:defRPr>
            </a:lvl9pPr>
          </a:lstStyle>
          <a:p/>
        </p:txBody>
      </p:sp>
      <p:sp>
        <p:nvSpPr>
          <p:cNvPr id="77" name="Google Shape;77;p13"/>
          <p:cNvSpPr txBox="1"/>
          <p:nvPr>
            <p:ph hasCustomPrompt="1" idx="2" type="title"/>
          </p:nvPr>
        </p:nvSpPr>
        <p:spPr>
          <a:xfrm flipH="1">
            <a:off x="-517450" y="2419325"/>
            <a:ext cx="4488300" cy="16224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
        <p:nvSpPr>
          <p:cNvPr id="78" name="Google Shape;78;p13"/>
          <p:cNvSpPr/>
          <p:nvPr/>
        </p:nvSpPr>
        <p:spPr>
          <a:xfrm>
            <a:off x="2609300" y="753125"/>
            <a:ext cx="4099200" cy="3583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CCCCC"/>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2">
  <p:cSld name="CUSTOM_6_1_1_1">
    <p:spTree>
      <p:nvGrpSpPr>
        <p:cNvPr id="79" name="Shape 79"/>
        <p:cNvGrpSpPr/>
        <p:nvPr/>
      </p:nvGrpSpPr>
      <p:grpSpPr>
        <a:xfrm>
          <a:off x="0" y="0"/>
          <a:ext cx="0" cy="0"/>
          <a:chOff x="0" y="0"/>
          <a:chExt cx="0" cy="0"/>
        </a:xfrm>
      </p:grpSpPr>
      <p:sp>
        <p:nvSpPr>
          <p:cNvPr id="80" name="Google Shape;80;p14"/>
          <p:cNvSpPr txBox="1"/>
          <p:nvPr>
            <p:ph type="ctrTitle"/>
          </p:nvPr>
        </p:nvSpPr>
        <p:spPr>
          <a:xfrm>
            <a:off x="2120944" y="1395950"/>
            <a:ext cx="24294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p:txBody>
      </p:sp>
      <p:sp>
        <p:nvSpPr>
          <p:cNvPr id="81" name="Google Shape;81;p14"/>
          <p:cNvSpPr txBox="1"/>
          <p:nvPr>
            <p:ph idx="1" type="subTitle"/>
          </p:nvPr>
        </p:nvSpPr>
        <p:spPr>
          <a:xfrm>
            <a:off x="2120944" y="1857424"/>
            <a:ext cx="18264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82" name="Google Shape;82;p14"/>
          <p:cNvSpPr txBox="1"/>
          <p:nvPr>
            <p:ph idx="2" type="ctrTitle"/>
          </p:nvPr>
        </p:nvSpPr>
        <p:spPr>
          <a:xfrm>
            <a:off x="4593656" y="1392550"/>
            <a:ext cx="24294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600"/>
              <a:buNone/>
              <a:defRPr sz="1600"/>
            </a:lvl1pPr>
            <a:lvl2pPr lvl="1" rtl="0" algn="r">
              <a:spcBef>
                <a:spcPts val="0"/>
              </a:spcBef>
              <a:spcAft>
                <a:spcPts val="0"/>
              </a:spcAft>
              <a:buClr>
                <a:srgbClr val="000000"/>
              </a:buClr>
              <a:buSzPts val="1600"/>
              <a:buNone/>
              <a:defRPr sz="1600">
                <a:solidFill>
                  <a:srgbClr val="000000"/>
                </a:solidFill>
              </a:defRPr>
            </a:lvl2pPr>
            <a:lvl3pPr lvl="2" rtl="0" algn="r">
              <a:spcBef>
                <a:spcPts val="0"/>
              </a:spcBef>
              <a:spcAft>
                <a:spcPts val="0"/>
              </a:spcAft>
              <a:buClr>
                <a:srgbClr val="000000"/>
              </a:buClr>
              <a:buSzPts val="1600"/>
              <a:buNone/>
              <a:defRPr sz="1600">
                <a:solidFill>
                  <a:srgbClr val="000000"/>
                </a:solidFill>
              </a:defRPr>
            </a:lvl3pPr>
            <a:lvl4pPr lvl="3" rtl="0" algn="r">
              <a:spcBef>
                <a:spcPts val="0"/>
              </a:spcBef>
              <a:spcAft>
                <a:spcPts val="0"/>
              </a:spcAft>
              <a:buClr>
                <a:srgbClr val="000000"/>
              </a:buClr>
              <a:buSzPts val="1600"/>
              <a:buNone/>
              <a:defRPr sz="1600">
                <a:solidFill>
                  <a:srgbClr val="000000"/>
                </a:solidFill>
              </a:defRPr>
            </a:lvl4pPr>
            <a:lvl5pPr lvl="4" rtl="0" algn="r">
              <a:spcBef>
                <a:spcPts val="0"/>
              </a:spcBef>
              <a:spcAft>
                <a:spcPts val="0"/>
              </a:spcAft>
              <a:buClr>
                <a:srgbClr val="000000"/>
              </a:buClr>
              <a:buSzPts val="1600"/>
              <a:buNone/>
              <a:defRPr sz="1600">
                <a:solidFill>
                  <a:srgbClr val="000000"/>
                </a:solidFill>
              </a:defRPr>
            </a:lvl5pPr>
            <a:lvl6pPr lvl="5" rtl="0" algn="r">
              <a:spcBef>
                <a:spcPts val="0"/>
              </a:spcBef>
              <a:spcAft>
                <a:spcPts val="0"/>
              </a:spcAft>
              <a:buClr>
                <a:srgbClr val="000000"/>
              </a:buClr>
              <a:buSzPts val="1600"/>
              <a:buNone/>
              <a:defRPr sz="1600">
                <a:solidFill>
                  <a:srgbClr val="000000"/>
                </a:solidFill>
              </a:defRPr>
            </a:lvl6pPr>
            <a:lvl7pPr lvl="6" rtl="0" algn="r">
              <a:spcBef>
                <a:spcPts val="0"/>
              </a:spcBef>
              <a:spcAft>
                <a:spcPts val="0"/>
              </a:spcAft>
              <a:buClr>
                <a:srgbClr val="000000"/>
              </a:buClr>
              <a:buSzPts val="1600"/>
              <a:buNone/>
              <a:defRPr sz="1600">
                <a:solidFill>
                  <a:srgbClr val="000000"/>
                </a:solidFill>
              </a:defRPr>
            </a:lvl7pPr>
            <a:lvl8pPr lvl="7" rtl="0" algn="r">
              <a:spcBef>
                <a:spcPts val="0"/>
              </a:spcBef>
              <a:spcAft>
                <a:spcPts val="0"/>
              </a:spcAft>
              <a:buClr>
                <a:srgbClr val="000000"/>
              </a:buClr>
              <a:buSzPts val="1600"/>
              <a:buNone/>
              <a:defRPr sz="1600">
                <a:solidFill>
                  <a:srgbClr val="000000"/>
                </a:solidFill>
              </a:defRPr>
            </a:lvl8pPr>
            <a:lvl9pPr lvl="8" rtl="0" algn="r">
              <a:spcBef>
                <a:spcPts val="0"/>
              </a:spcBef>
              <a:spcAft>
                <a:spcPts val="0"/>
              </a:spcAft>
              <a:buClr>
                <a:srgbClr val="000000"/>
              </a:buClr>
              <a:buSzPts val="1600"/>
              <a:buNone/>
              <a:defRPr sz="1600">
                <a:solidFill>
                  <a:srgbClr val="000000"/>
                </a:solidFill>
              </a:defRPr>
            </a:lvl9pPr>
          </a:lstStyle>
          <a:p/>
        </p:txBody>
      </p:sp>
      <p:sp>
        <p:nvSpPr>
          <p:cNvPr id="83" name="Google Shape;83;p14"/>
          <p:cNvSpPr txBox="1"/>
          <p:nvPr>
            <p:ph idx="3" type="subTitle"/>
          </p:nvPr>
        </p:nvSpPr>
        <p:spPr>
          <a:xfrm>
            <a:off x="5196656" y="1854021"/>
            <a:ext cx="1826400" cy="36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84" name="Google Shape;84;p14"/>
          <p:cNvSpPr txBox="1"/>
          <p:nvPr>
            <p:ph idx="4" type="ctrTitle"/>
          </p:nvPr>
        </p:nvSpPr>
        <p:spPr>
          <a:xfrm>
            <a:off x="2120944" y="2921676"/>
            <a:ext cx="24294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p:txBody>
      </p:sp>
      <p:sp>
        <p:nvSpPr>
          <p:cNvPr id="85" name="Google Shape;85;p14"/>
          <p:cNvSpPr txBox="1"/>
          <p:nvPr>
            <p:ph idx="5" type="subTitle"/>
          </p:nvPr>
        </p:nvSpPr>
        <p:spPr>
          <a:xfrm>
            <a:off x="2120944" y="3383150"/>
            <a:ext cx="18264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86" name="Google Shape;86;p14"/>
          <p:cNvSpPr txBox="1"/>
          <p:nvPr>
            <p:ph idx="6" type="ctrTitle"/>
          </p:nvPr>
        </p:nvSpPr>
        <p:spPr>
          <a:xfrm>
            <a:off x="4593656" y="2918279"/>
            <a:ext cx="24294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600"/>
              <a:buNone/>
              <a:defRPr sz="1600"/>
            </a:lvl1pPr>
            <a:lvl2pPr lvl="1" rtl="0" algn="r">
              <a:spcBef>
                <a:spcPts val="0"/>
              </a:spcBef>
              <a:spcAft>
                <a:spcPts val="0"/>
              </a:spcAft>
              <a:buClr>
                <a:srgbClr val="000000"/>
              </a:buClr>
              <a:buSzPts val="1600"/>
              <a:buNone/>
              <a:defRPr sz="1600">
                <a:solidFill>
                  <a:srgbClr val="000000"/>
                </a:solidFill>
              </a:defRPr>
            </a:lvl2pPr>
            <a:lvl3pPr lvl="2" rtl="0" algn="r">
              <a:spcBef>
                <a:spcPts val="0"/>
              </a:spcBef>
              <a:spcAft>
                <a:spcPts val="0"/>
              </a:spcAft>
              <a:buClr>
                <a:srgbClr val="000000"/>
              </a:buClr>
              <a:buSzPts val="1600"/>
              <a:buNone/>
              <a:defRPr sz="1600">
                <a:solidFill>
                  <a:srgbClr val="000000"/>
                </a:solidFill>
              </a:defRPr>
            </a:lvl3pPr>
            <a:lvl4pPr lvl="3" rtl="0" algn="r">
              <a:spcBef>
                <a:spcPts val="0"/>
              </a:spcBef>
              <a:spcAft>
                <a:spcPts val="0"/>
              </a:spcAft>
              <a:buClr>
                <a:srgbClr val="000000"/>
              </a:buClr>
              <a:buSzPts val="1600"/>
              <a:buNone/>
              <a:defRPr sz="1600">
                <a:solidFill>
                  <a:srgbClr val="000000"/>
                </a:solidFill>
              </a:defRPr>
            </a:lvl4pPr>
            <a:lvl5pPr lvl="4" rtl="0" algn="r">
              <a:spcBef>
                <a:spcPts val="0"/>
              </a:spcBef>
              <a:spcAft>
                <a:spcPts val="0"/>
              </a:spcAft>
              <a:buClr>
                <a:srgbClr val="000000"/>
              </a:buClr>
              <a:buSzPts val="1600"/>
              <a:buNone/>
              <a:defRPr sz="1600">
                <a:solidFill>
                  <a:srgbClr val="000000"/>
                </a:solidFill>
              </a:defRPr>
            </a:lvl5pPr>
            <a:lvl6pPr lvl="5" rtl="0" algn="r">
              <a:spcBef>
                <a:spcPts val="0"/>
              </a:spcBef>
              <a:spcAft>
                <a:spcPts val="0"/>
              </a:spcAft>
              <a:buClr>
                <a:srgbClr val="000000"/>
              </a:buClr>
              <a:buSzPts val="1600"/>
              <a:buNone/>
              <a:defRPr sz="1600">
                <a:solidFill>
                  <a:srgbClr val="000000"/>
                </a:solidFill>
              </a:defRPr>
            </a:lvl6pPr>
            <a:lvl7pPr lvl="6" rtl="0" algn="r">
              <a:spcBef>
                <a:spcPts val="0"/>
              </a:spcBef>
              <a:spcAft>
                <a:spcPts val="0"/>
              </a:spcAft>
              <a:buClr>
                <a:srgbClr val="000000"/>
              </a:buClr>
              <a:buSzPts val="1600"/>
              <a:buNone/>
              <a:defRPr sz="1600">
                <a:solidFill>
                  <a:srgbClr val="000000"/>
                </a:solidFill>
              </a:defRPr>
            </a:lvl7pPr>
            <a:lvl8pPr lvl="7" rtl="0" algn="r">
              <a:spcBef>
                <a:spcPts val="0"/>
              </a:spcBef>
              <a:spcAft>
                <a:spcPts val="0"/>
              </a:spcAft>
              <a:buClr>
                <a:srgbClr val="000000"/>
              </a:buClr>
              <a:buSzPts val="1600"/>
              <a:buNone/>
              <a:defRPr sz="1600">
                <a:solidFill>
                  <a:srgbClr val="000000"/>
                </a:solidFill>
              </a:defRPr>
            </a:lvl8pPr>
            <a:lvl9pPr lvl="8" rtl="0" algn="r">
              <a:spcBef>
                <a:spcPts val="0"/>
              </a:spcBef>
              <a:spcAft>
                <a:spcPts val="0"/>
              </a:spcAft>
              <a:buClr>
                <a:srgbClr val="000000"/>
              </a:buClr>
              <a:buSzPts val="1600"/>
              <a:buNone/>
              <a:defRPr sz="1600">
                <a:solidFill>
                  <a:srgbClr val="000000"/>
                </a:solidFill>
              </a:defRPr>
            </a:lvl9pPr>
          </a:lstStyle>
          <a:p/>
        </p:txBody>
      </p:sp>
      <p:sp>
        <p:nvSpPr>
          <p:cNvPr id="87" name="Google Shape;87;p14"/>
          <p:cNvSpPr txBox="1"/>
          <p:nvPr>
            <p:ph idx="7" type="subTitle"/>
          </p:nvPr>
        </p:nvSpPr>
        <p:spPr>
          <a:xfrm>
            <a:off x="5196656" y="3379749"/>
            <a:ext cx="1826400" cy="36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000"/>
            </a:lvl1pPr>
            <a:lvl2pPr lvl="1" rtl="0" algn="r">
              <a:lnSpc>
                <a:spcPct val="100000"/>
              </a:lnSpc>
              <a:spcBef>
                <a:spcPts val="0"/>
              </a:spcBef>
              <a:spcAft>
                <a:spcPts val="0"/>
              </a:spcAft>
              <a:buSzPts val="1000"/>
              <a:buNone/>
              <a:defRPr sz="1000"/>
            </a:lvl2pPr>
            <a:lvl3pPr lvl="2" rtl="0" algn="r">
              <a:lnSpc>
                <a:spcPct val="100000"/>
              </a:lnSpc>
              <a:spcBef>
                <a:spcPts val="0"/>
              </a:spcBef>
              <a:spcAft>
                <a:spcPts val="0"/>
              </a:spcAft>
              <a:buSzPts val="1000"/>
              <a:buNone/>
              <a:defRPr sz="1000"/>
            </a:lvl3pPr>
            <a:lvl4pPr lvl="3" rtl="0" algn="r">
              <a:lnSpc>
                <a:spcPct val="100000"/>
              </a:lnSpc>
              <a:spcBef>
                <a:spcPts val="0"/>
              </a:spcBef>
              <a:spcAft>
                <a:spcPts val="0"/>
              </a:spcAft>
              <a:buSzPts val="1000"/>
              <a:buNone/>
              <a:defRPr sz="1000"/>
            </a:lvl4pPr>
            <a:lvl5pPr lvl="4" rtl="0" algn="r">
              <a:lnSpc>
                <a:spcPct val="100000"/>
              </a:lnSpc>
              <a:spcBef>
                <a:spcPts val="0"/>
              </a:spcBef>
              <a:spcAft>
                <a:spcPts val="0"/>
              </a:spcAft>
              <a:buSzPts val="1000"/>
              <a:buNone/>
              <a:defRPr sz="1000"/>
            </a:lvl5pPr>
            <a:lvl6pPr lvl="5" rtl="0" algn="r">
              <a:lnSpc>
                <a:spcPct val="100000"/>
              </a:lnSpc>
              <a:spcBef>
                <a:spcPts val="0"/>
              </a:spcBef>
              <a:spcAft>
                <a:spcPts val="0"/>
              </a:spcAft>
              <a:buSzPts val="1000"/>
              <a:buNone/>
              <a:defRPr sz="1000"/>
            </a:lvl6pPr>
            <a:lvl7pPr lvl="6" rtl="0" algn="r">
              <a:lnSpc>
                <a:spcPct val="100000"/>
              </a:lnSpc>
              <a:spcBef>
                <a:spcPts val="0"/>
              </a:spcBef>
              <a:spcAft>
                <a:spcPts val="0"/>
              </a:spcAft>
              <a:buSzPts val="1000"/>
              <a:buNone/>
              <a:defRPr sz="1000"/>
            </a:lvl7pPr>
            <a:lvl8pPr lvl="7" rtl="0" algn="r">
              <a:lnSpc>
                <a:spcPct val="100000"/>
              </a:lnSpc>
              <a:spcBef>
                <a:spcPts val="0"/>
              </a:spcBef>
              <a:spcAft>
                <a:spcPts val="0"/>
              </a:spcAft>
              <a:buSzPts val="1000"/>
              <a:buNone/>
              <a:defRPr sz="1000"/>
            </a:lvl8pPr>
            <a:lvl9pPr lvl="8" rtl="0" algn="r">
              <a:lnSpc>
                <a:spcPct val="100000"/>
              </a:lnSpc>
              <a:spcBef>
                <a:spcPts val="0"/>
              </a:spcBef>
              <a:spcAft>
                <a:spcPts val="0"/>
              </a:spcAft>
              <a:buSzPts val="1000"/>
              <a:buNone/>
              <a:defRPr sz="1000"/>
            </a:lvl9pPr>
          </a:lstStyle>
          <a:p/>
        </p:txBody>
      </p:sp>
      <p:sp>
        <p:nvSpPr>
          <p:cNvPr id="88" name="Google Shape;88;p14"/>
          <p:cNvSpPr txBox="1"/>
          <p:nvPr>
            <p:ph idx="8" type="ctrTitle"/>
          </p:nvPr>
        </p:nvSpPr>
        <p:spPr>
          <a:xfrm>
            <a:off x="723600" y="470625"/>
            <a:ext cx="14976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1">
  <p:cSld name="CUSTOM_21">
    <p:spTree>
      <p:nvGrpSpPr>
        <p:cNvPr id="89" name="Shape 89"/>
        <p:cNvGrpSpPr/>
        <p:nvPr/>
      </p:nvGrpSpPr>
      <p:grpSpPr>
        <a:xfrm>
          <a:off x="0" y="0"/>
          <a:ext cx="0" cy="0"/>
          <a:chOff x="0" y="0"/>
          <a:chExt cx="0" cy="0"/>
        </a:xfrm>
      </p:grpSpPr>
      <p:sp>
        <p:nvSpPr>
          <p:cNvPr id="90" name="Google Shape;90;p15"/>
          <p:cNvSpPr txBox="1"/>
          <p:nvPr>
            <p:ph idx="1" type="subTitle"/>
          </p:nvPr>
        </p:nvSpPr>
        <p:spPr>
          <a:xfrm>
            <a:off x="865200" y="3035650"/>
            <a:ext cx="18180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000">
                <a:solidFill>
                  <a:srgbClr val="000000"/>
                </a:solidFill>
              </a:defRPr>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91" name="Google Shape;91;p15"/>
          <p:cNvSpPr txBox="1"/>
          <p:nvPr>
            <p:ph idx="2" type="subTitle"/>
          </p:nvPr>
        </p:nvSpPr>
        <p:spPr>
          <a:xfrm>
            <a:off x="3663000" y="3035650"/>
            <a:ext cx="18180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000">
                <a:solidFill>
                  <a:srgbClr val="000000"/>
                </a:solidFill>
              </a:defRPr>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92" name="Google Shape;92;p15"/>
          <p:cNvSpPr txBox="1"/>
          <p:nvPr>
            <p:ph type="ctrTitle"/>
          </p:nvPr>
        </p:nvSpPr>
        <p:spPr>
          <a:xfrm>
            <a:off x="464600" y="2727050"/>
            <a:ext cx="2619300" cy="384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600"/>
              <a:buNone/>
              <a:defRPr sz="1600">
                <a:solidFill>
                  <a:srgbClr val="000000"/>
                </a:solidFill>
              </a:defRPr>
            </a:lvl1pPr>
            <a:lvl2pPr lvl="1" rtl="0" algn="ctr">
              <a:spcBef>
                <a:spcPts val="0"/>
              </a:spcBef>
              <a:spcAft>
                <a:spcPts val="0"/>
              </a:spcAft>
              <a:buClr>
                <a:srgbClr val="000000"/>
              </a:buClr>
              <a:buSzPts val="1600"/>
              <a:buNone/>
              <a:defRPr sz="1600">
                <a:solidFill>
                  <a:srgbClr val="000000"/>
                </a:solidFill>
              </a:defRPr>
            </a:lvl2pPr>
            <a:lvl3pPr lvl="2" rtl="0" algn="ctr">
              <a:spcBef>
                <a:spcPts val="0"/>
              </a:spcBef>
              <a:spcAft>
                <a:spcPts val="0"/>
              </a:spcAft>
              <a:buClr>
                <a:srgbClr val="000000"/>
              </a:buClr>
              <a:buSzPts val="1600"/>
              <a:buNone/>
              <a:defRPr sz="1600">
                <a:solidFill>
                  <a:srgbClr val="000000"/>
                </a:solidFill>
              </a:defRPr>
            </a:lvl3pPr>
            <a:lvl4pPr lvl="3" rtl="0" algn="ctr">
              <a:spcBef>
                <a:spcPts val="0"/>
              </a:spcBef>
              <a:spcAft>
                <a:spcPts val="0"/>
              </a:spcAft>
              <a:buClr>
                <a:srgbClr val="000000"/>
              </a:buClr>
              <a:buSzPts val="1600"/>
              <a:buNone/>
              <a:defRPr sz="1600">
                <a:solidFill>
                  <a:srgbClr val="000000"/>
                </a:solidFill>
              </a:defRPr>
            </a:lvl4pPr>
            <a:lvl5pPr lvl="4" rtl="0" algn="ctr">
              <a:spcBef>
                <a:spcPts val="0"/>
              </a:spcBef>
              <a:spcAft>
                <a:spcPts val="0"/>
              </a:spcAft>
              <a:buClr>
                <a:srgbClr val="000000"/>
              </a:buClr>
              <a:buSzPts val="1600"/>
              <a:buNone/>
              <a:defRPr sz="1600">
                <a:solidFill>
                  <a:srgbClr val="000000"/>
                </a:solidFill>
              </a:defRPr>
            </a:lvl5pPr>
            <a:lvl6pPr lvl="5" rtl="0" algn="ctr">
              <a:spcBef>
                <a:spcPts val="0"/>
              </a:spcBef>
              <a:spcAft>
                <a:spcPts val="0"/>
              </a:spcAft>
              <a:buClr>
                <a:srgbClr val="000000"/>
              </a:buClr>
              <a:buSzPts val="1600"/>
              <a:buNone/>
              <a:defRPr sz="1600">
                <a:solidFill>
                  <a:srgbClr val="000000"/>
                </a:solidFill>
              </a:defRPr>
            </a:lvl6pPr>
            <a:lvl7pPr lvl="6" rtl="0" algn="ctr">
              <a:spcBef>
                <a:spcPts val="0"/>
              </a:spcBef>
              <a:spcAft>
                <a:spcPts val="0"/>
              </a:spcAft>
              <a:buClr>
                <a:srgbClr val="000000"/>
              </a:buClr>
              <a:buSzPts val="1600"/>
              <a:buNone/>
              <a:defRPr sz="1600">
                <a:solidFill>
                  <a:srgbClr val="000000"/>
                </a:solidFill>
              </a:defRPr>
            </a:lvl7pPr>
            <a:lvl8pPr lvl="7" rtl="0" algn="ctr">
              <a:spcBef>
                <a:spcPts val="0"/>
              </a:spcBef>
              <a:spcAft>
                <a:spcPts val="0"/>
              </a:spcAft>
              <a:buClr>
                <a:srgbClr val="000000"/>
              </a:buClr>
              <a:buSzPts val="1600"/>
              <a:buNone/>
              <a:defRPr sz="1600">
                <a:solidFill>
                  <a:srgbClr val="000000"/>
                </a:solidFill>
              </a:defRPr>
            </a:lvl8pPr>
            <a:lvl9pPr lvl="8" rtl="0" algn="ctr">
              <a:spcBef>
                <a:spcPts val="0"/>
              </a:spcBef>
              <a:spcAft>
                <a:spcPts val="0"/>
              </a:spcAft>
              <a:buClr>
                <a:srgbClr val="000000"/>
              </a:buClr>
              <a:buSzPts val="1600"/>
              <a:buNone/>
              <a:defRPr sz="1600">
                <a:solidFill>
                  <a:srgbClr val="000000"/>
                </a:solidFill>
              </a:defRPr>
            </a:lvl9pPr>
          </a:lstStyle>
          <a:p/>
        </p:txBody>
      </p:sp>
      <p:sp>
        <p:nvSpPr>
          <p:cNvPr id="93" name="Google Shape;93;p15"/>
          <p:cNvSpPr txBox="1"/>
          <p:nvPr>
            <p:ph idx="3" type="ctrTitle"/>
          </p:nvPr>
        </p:nvSpPr>
        <p:spPr>
          <a:xfrm>
            <a:off x="3262350" y="2727050"/>
            <a:ext cx="2619300" cy="384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600"/>
              <a:buNone/>
              <a:defRPr sz="1600">
                <a:solidFill>
                  <a:srgbClr val="000000"/>
                </a:solidFill>
              </a:defRPr>
            </a:lvl1pPr>
            <a:lvl2pPr lvl="1" rtl="0" algn="ctr">
              <a:spcBef>
                <a:spcPts val="0"/>
              </a:spcBef>
              <a:spcAft>
                <a:spcPts val="0"/>
              </a:spcAft>
              <a:buClr>
                <a:srgbClr val="000000"/>
              </a:buClr>
              <a:buSzPts val="1600"/>
              <a:buNone/>
              <a:defRPr sz="1600">
                <a:solidFill>
                  <a:srgbClr val="000000"/>
                </a:solidFill>
              </a:defRPr>
            </a:lvl2pPr>
            <a:lvl3pPr lvl="2" rtl="0" algn="ctr">
              <a:spcBef>
                <a:spcPts val="0"/>
              </a:spcBef>
              <a:spcAft>
                <a:spcPts val="0"/>
              </a:spcAft>
              <a:buClr>
                <a:srgbClr val="000000"/>
              </a:buClr>
              <a:buSzPts val="1600"/>
              <a:buNone/>
              <a:defRPr sz="1600">
                <a:solidFill>
                  <a:srgbClr val="000000"/>
                </a:solidFill>
              </a:defRPr>
            </a:lvl3pPr>
            <a:lvl4pPr lvl="3" rtl="0" algn="ctr">
              <a:spcBef>
                <a:spcPts val="0"/>
              </a:spcBef>
              <a:spcAft>
                <a:spcPts val="0"/>
              </a:spcAft>
              <a:buClr>
                <a:srgbClr val="000000"/>
              </a:buClr>
              <a:buSzPts val="1600"/>
              <a:buNone/>
              <a:defRPr sz="1600">
                <a:solidFill>
                  <a:srgbClr val="000000"/>
                </a:solidFill>
              </a:defRPr>
            </a:lvl4pPr>
            <a:lvl5pPr lvl="4" rtl="0" algn="ctr">
              <a:spcBef>
                <a:spcPts val="0"/>
              </a:spcBef>
              <a:spcAft>
                <a:spcPts val="0"/>
              </a:spcAft>
              <a:buClr>
                <a:srgbClr val="000000"/>
              </a:buClr>
              <a:buSzPts val="1600"/>
              <a:buNone/>
              <a:defRPr sz="1600">
                <a:solidFill>
                  <a:srgbClr val="000000"/>
                </a:solidFill>
              </a:defRPr>
            </a:lvl5pPr>
            <a:lvl6pPr lvl="5" rtl="0" algn="ctr">
              <a:spcBef>
                <a:spcPts val="0"/>
              </a:spcBef>
              <a:spcAft>
                <a:spcPts val="0"/>
              </a:spcAft>
              <a:buClr>
                <a:srgbClr val="000000"/>
              </a:buClr>
              <a:buSzPts val="1600"/>
              <a:buNone/>
              <a:defRPr sz="1600">
                <a:solidFill>
                  <a:srgbClr val="000000"/>
                </a:solidFill>
              </a:defRPr>
            </a:lvl6pPr>
            <a:lvl7pPr lvl="6" rtl="0" algn="ctr">
              <a:spcBef>
                <a:spcPts val="0"/>
              </a:spcBef>
              <a:spcAft>
                <a:spcPts val="0"/>
              </a:spcAft>
              <a:buClr>
                <a:srgbClr val="000000"/>
              </a:buClr>
              <a:buSzPts val="1600"/>
              <a:buNone/>
              <a:defRPr sz="1600">
                <a:solidFill>
                  <a:srgbClr val="000000"/>
                </a:solidFill>
              </a:defRPr>
            </a:lvl7pPr>
            <a:lvl8pPr lvl="7" rtl="0" algn="ctr">
              <a:spcBef>
                <a:spcPts val="0"/>
              </a:spcBef>
              <a:spcAft>
                <a:spcPts val="0"/>
              </a:spcAft>
              <a:buClr>
                <a:srgbClr val="000000"/>
              </a:buClr>
              <a:buSzPts val="1600"/>
              <a:buNone/>
              <a:defRPr sz="1600">
                <a:solidFill>
                  <a:srgbClr val="000000"/>
                </a:solidFill>
              </a:defRPr>
            </a:lvl8pPr>
            <a:lvl9pPr lvl="8" rtl="0" algn="ctr">
              <a:spcBef>
                <a:spcPts val="0"/>
              </a:spcBef>
              <a:spcAft>
                <a:spcPts val="0"/>
              </a:spcAft>
              <a:buClr>
                <a:srgbClr val="000000"/>
              </a:buClr>
              <a:buSzPts val="1600"/>
              <a:buNone/>
              <a:defRPr sz="1600">
                <a:solidFill>
                  <a:srgbClr val="000000"/>
                </a:solidFill>
              </a:defRPr>
            </a:lvl9pPr>
          </a:lstStyle>
          <a:p/>
        </p:txBody>
      </p:sp>
      <p:sp>
        <p:nvSpPr>
          <p:cNvPr id="94" name="Google Shape;94;p15"/>
          <p:cNvSpPr txBox="1"/>
          <p:nvPr>
            <p:ph idx="4" type="subTitle"/>
          </p:nvPr>
        </p:nvSpPr>
        <p:spPr>
          <a:xfrm>
            <a:off x="6460750" y="3035650"/>
            <a:ext cx="18180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000">
                <a:solidFill>
                  <a:srgbClr val="000000"/>
                </a:solidFill>
              </a:defRPr>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95" name="Google Shape;95;p15"/>
          <p:cNvSpPr txBox="1"/>
          <p:nvPr>
            <p:ph idx="5" type="ctrTitle"/>
          </p:nvPr>
        </p:nvSpPr>
        <p:spPr>
          <a:xfrm>
            <a:off x="6060100" y="2727050"/>
            <a:ext cx="2619300" cy="3849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600"/>
              <a:buNone/>
              <a:defRPr sz="1600">
                <a:solidFill>
                  <a:srgbClr val="000000"/>
                </a:solidFill>
              </a:defRPr>
            </a:lvl1pPr>
            <a:lvl2pPr lvl="1" rtl="0" algn="ctr">
              <a:spcBef>
                <a:spcPts val="0"/>
              </a:spcBef>
              <a:spcAft>
                <a:spcPts val="0"/>
              </a:spcAft>
              <a:buClr>
                <a:srgbClr val="000000"/>
              </a:buClr>
              <a:buSzPts val="1600"/>
              <a:buNone/>
              <a:defRPr sz="1600">
                <a:solidFill>
                  <a:srgbClr val="000000"/>
                </a:solidFill>
              </a:defRPr>
            </a:lvl2pPr>
            <a:lvl3pPr lvl="2" rtl="0" algn="ctr">
              <a:spcBef>
                <a:spcPts val="0"/>
              </a:spcBef>
              <a:spcAft>
                <a:spcPts val="0"/>
              </a:spcAft>
              <a:buClr>
                <a:srgbClr val="000000"/>
              </a:buClr>
              <a:buSzPts val="1600"/>
              <a:buNone/>
              <a:defRPr sz="1600">
                <a:solidFill>
                  <a:srgbClr val="000000"/>
                </a:solidFill>
              </a:defRPr>
            </a:lvl3pPr>
            <a:lvl4pPr lvl="3" rtl="0" algn="ctr">
              <a:spcBef>
                <a:spcPts val="0"/>
              </a:spcBef>
              <a:spcAft>
                <a:spcPts val="0"/>
              </a:spcAft>
              <a:buClr>
                <a:srgbClr val="000000"/>
              </a:buClr>
              <a:buSzPts val="1600"/>
              <a:buNone/>
              <a:defRPr sz="1600">
                <a:solidFill>
                  <a:srgbClr val="000000"/>
                </a:solidFill>
              </a:defRPr>
            </a:lvl4pPr>
            <a:lvl5pPr lvl="4" rtl="0" algn="ctr">
              <a:spcBef>
                <a:spcPts val="0"/>
              </a:spcBef>
              <a:spcAft>
                <a:spcPts val="0"/>
              </a:spcAft>
              <a:buClr>
                <a:srgbClr val="000000"/>
              </a:buClr>
              <a:buSzPts val="1600"/>
              <a:buNone/>
              <a:defRPr sz="1600">
                <a:solidFill>
                  <a:srgbClr val="000000"/>
                </a:solidFill>
              </a:defRPr>
            </a:lvl5pPr>
            <a:lvl6pPr lvl="5" rtl="0" algn="ctr">
              <a:spcBef>
                <a:spcPts val="0"/>
              </a:spcBef>
              <a:spcAft>
                <a:spcPts val="0"/>
              </a:spcAft>
              <a:buClr>
                <a:srgbClr val="000000"/>
              </a:buClr>
              <a:buSzPts val="1600"/>
              <a:buNone/>
              <a:defRPr sz="1600">
                <a:solidFill>
                  <a:srgbClr val="000000"/>
                </a:solidFill>
              </a:defRPr>
            </a:lvl6pPr>
            <a:lvl7pPr lvl="6" rtl="0" algn="ctr">
              <a:spcBef>
                <a:spcPts val="0"/>
              </a:spcBef>
              <a:spcAft>
                <a:spcPts val="0"/>
              </a:spcAft>
              <a:buClr>
                <a:srgbClr val="000000"/>
              </a:buClr>
              <a:buSzPts val="1600"/>
              <a:buNone/>
              <a:defRPr sz="1600">
                <a:solidFill>
                  <a:srgbClr val="000000"/>
                </a:solidFill>
              </a:defRPr>
            </a:lvl7pPr>
            <a:lvl8pPr lvl="7" rtl="0" algn="ctr">
              <a:spcBef>
                <a:spcPts val="0"/>
              </a:spcBef>
              <a:spcAft>
                <a:spcPts val="0"/>
              </a:spcAft>
              <a:buClr>
                <a:srgbClr val="000000"/>
              </a:buClr>
              <a:buSzPts val="1600"/>
              <a:buNone/>
              <a:defRPr sz="1600">
                <a:solidFill>
                  <a:srgbClr val="000000"/>
                </a:solidFill>
              </a:defRPr>
            </a:lvl8pPr>
            <a:lvl9pPr lvl="8" rtl="0" algn="ctr">
              <a:spcBef>
                <a:spcPts val="0"/>
              </a:spcBef>
              <a:spcAft>
                <a:spcPts val="0"/>
              </a:spcAft>
              <a:buClr>
                <a:srgbClr val="000000"/>
              </a:buClr>
              <a:buSzPts val="1600"/>
              <a:buNone/>
              <a:defRPr sz="1600">
                <a:solidFill>
                  <a:srgbClr val="000000"/>
                </a:solidFill>
              </a:defRPr>
            </a:lvl9pPr>
          </a:lstStyle>
          <a:p/>
        </p:txBody>
      </p:sp>
      <p:sp>
        <p:nvSpPr>
          <p:cNvPr id="96" name="Google Shape;96;p15"/>
          <p:cNvSpPr txBox="1"/>
          <p:nvPr>
            <p:ph idx="6" type="ctrTitle"/>
          </p:nvPr>
        </p:nvSpPr>
        <p:spPr>
          <a:xfrm>
            <a:off x="723600" y="470625"/>
            <a:ext cx="20781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4">
  <p:cSld name="CUSTOM_22">
    <p:spTree>
      <p:nvGrpSpPr>
        <p:cNvPr id="97" name="Shape 97"/>
        <p:cNvGrpSpPr/>
        <p:nvPr/>
      </p:nvGrpSpPr>
      <p:grpSpPr>
        <a:xfrm>
          <a:off x="0" y="0"/>
          <a:ext cx="0" cy="0"/>
          <a:chOff x="0" y="0"/>
          <a:chExt cx="0" cy="0"/>
        </a:xfrm>
      </p:grpSpPr>
      <p:sp>
        <p:nvSpPr>
          <p:cNvPr id="98" name="Google Shape;98;p16"/>
          <p:cNvSpPr/>
          <p:nvPr/>
        </p:nvSpPr>
        <p:spPr>
          <a:xfrm>
            <a:off x="2522400" y="753125"/>
            <a:ext cx="4099200" cy="3583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CCCCC"/>
              </a:solidFill>
            </a:endParaRPr>
          </a:p>
        </p:txBody>
      </p:sp>
      <p:sp>
        <p:nvSpPr>
          <p:cNvPr id="99" name="Google Shape;99;p16"/>
          <p:cNvSpPr txBox="1"/>
          <p:nvPr>
            <p:ph type="ctrTitle"/>
          </p:nvPr>
        </p:nvSpPr>
        <p:spPr>
          <a:xfrm flipH="1">
            <a:off x="2609225" y="2243225"/>
            <a:ext cx="2876700" cy="19212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CCCCCC"/>
              </a:buClr>
              <a:buSzPts val="3600"/>
              <a:buNone/>
              <a:defRPr sz="3600">
                <a:solidFill>
                  <a:srgbClr val="CCCCCC"/>
                </a:solidFill>
              </a:defRPr>
            </a:lvl1pPr>
            <a:lvl2pPr lvl="1" rtl="0" algn="r">
              <a:spcBef>
                <a:spcPts val="0"/>
              </a:spcBef>
              <a:spcAft>
                <a:spcPts val="0"/>
              </a:spcAft>
              <a:buClr>
                <a:srgbClr val="CCCCCC"/>
              </a:buClr>
              <a:buSzPts val="6500"/>
              <a:buNone/>
              <a:defRPr sz="6500">
                <a:solidFill>
                  <a:srgbClr val="CCCCCC"/>
                </a:solidFill>
              </a:defRPr>
            </a:lvl2pPr>
            <a:lvl3pPr lvl="2" rtl="0" algn="r">
              <a:spcBef>
                <a:spcPts val="0"/>
              </a:spcBef>
              <a:spcAft>
                <a:spcPts val="0"/>
              </a:spcAft>
              <a:buClr>
                <a:srgbClr val="CCCCCC"/>
              </a:buClr>
              <a:buSzPts val="6500"/>
              <a:buNone/>
              <a:defRPr sz="6500">
                <a:solidFill>
                  <a:srgbClr val="CCCCCC"/>
                </a:solidFill>
              </a:defRPr>
            </a:lvl3pPr>
            <a:lvl4pPr lvl="3" rtl="0" algn="r">
              <a:spcBef>
                <a:spcPts val="0"/>
              </a:spcBef>
              <a:spcAft>
                <a:spcPts val="0"/>
              </a:spcAft>
              <a:buClr>
                <a:srgbClr val="CCCCCC"/>
              </a:buClr>
              <a:buSzPts val="6500"/>
              <a:buNone/>
              <a:defRPr sz="6500">
                <a:solidFill>
                  <a:srgbClr val="CCCCCC"/>
                </a:solidFill>
              </a:defRPr>
            </a:lvl4pPr>
            <a:lvl5pPr lvl="4" rtl="0" algn="r">
              <a:spcBef>
                <a:spcPts val="0"/>
              </a:spcBef>
              <a:spcAft>
                <a:spcPts val="0"/>
              </a:spcAft>
              <a:buClr>
                <a:srgbClr val="CCCCCC"/>
              </a:buClr>
              <a:buSzPts val="6500"/>
              <a:buNone/>
              <a:defRPr sz="6500">
                <a:solidFill>
                  <a:srgbClr val="CCCCCC"/>
                </a:solidFill>
              </a:defRPr>
            </a:lvl5pPr>
            <a:lvl6pPr lvl="5" rtl="0" algn="r">
              <a:spcBef>
                <a:spcPts val="0"/>
              </a:spcBef>
              <a:spcAft>
                <a:spcPts val="0"/>
              </a:spcAft>
              <a:buClr>
                <a:srgbClr val="CCCCCC"/>
              </a:buClr>
              <a:buSzPts val="6500"/>
              <a:buNone/>
              <a:defRPr sz="6500">
                <a:solidFill>
                  <a:srgbClr val="CCCCCC"/>
                </a:solidFill>
              </a:defRPr>
            </a:lvl6pPr>
            <a:lvl7pPr lvl="6" rtl="0" algn="r">
              <a:spcBef>
                <a:spcPts val="0"/>
              </a:spcBef>
              <a:spcAft>
                <a:spcPts val="0"/>
              </a:spcAft>
              <a:buClr>
                <a:srgbClr val="CCCCCC"/>
              </a:buClr>
              <a:buSzPts val="6500"/>
              <a:buNone/>
              <a:defRPr sz="6500">
                <a:solidFill>
                  <a:srgbClr val="CCCCCC"/>
                </a:solidFill>
              </a:defRPr>
            </a:lvl7pPr>
            <a:lvl8pPr lvl="7" rtl="0" algn="r">
              <a:spcBef>
                <a:spcPts val="0"/>
              </a:spcBef>
              <a:spcAft>
                <a:spcPts val="0"/>
              </a:spcAft>
              <a:buClr>
                <a:srgbClr val="CCCCCC"/>
              </a:buClr>
              <a:buSzPts val="6500"/>
              <a:buNone/>
              <a:defRPr sz="6500">
                <a:solidFill>
                  <a:srgbClr val="CCCCCC"/>
                </a:solidFill>
              </a:defRPr>
            </a:lvl8pPr>
            <a:lvl9pPr lvl="8" rtl="0" algn="r">
              <a:spcBef>
                <a:spcPts val="0"/>
              </a:spcBef>
              <a:spcAft>
                <a:spcPts val="0"/>
              </a:spcAft>
              <a:buClr>
                <a:srgbClr val="CCCCCC"/>
              </a:buClr>
              <a:buSzPts val="6500"/>
              <a:buNone/>
              <a:defRPr sz="6500">
                <a:solidFill>
                  <a:srgbClr val="CCCCCC"/>
                </a:solidFill>
              </a:defRPr>
            </a:lvl9pPr>
          </a:lstStyle>
          <a:p/>
        </p:txBody>
      </p:sp>
      <p:sp>
        <p:nvSpPr>
          <p:cNvPr id="100" name="Google Shape;100;p16"/>
          <p:cNvSpPr txBox="1"/>
          <p:nvPr>
            <p:ph hasCustomPrompt="1" idx="2" type="title"/>
          </p:nvPr>
        </p:nvSpPr>
        <p:spPr>
          <a:xfrm flipH="1">
            <a:off x="3514050" y="2419325"/>
            <a:ext cx="4488300" cy="16224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5">
  <p:cSld name="CUSTOM_23">
    <p:spTree>
      <p:nvGrpSpPr>
        <p:cNvPr id="101" name="Shape 101"/>
        <p:cNvGrpSpPr/>
        <p:nvPr/>
      </p:nvGrpSpPr>
      <p:grpSpPr>
        <a:xfrm>
          <a:off x="0" y="0"/>
          <a:ext cx="0" cy="0"/>
          <a:chOff x="0" y="0"/>
          <a:chExt cx="0" cy="0"/>
        </a:xfrm>
      </p:grpSpPr>
      <p:sp>
        <p:nvSpPr>
          <p:cNvPr id="102" name="Google Shape;102;p17"/>
          <p:cNvSpPr txBox="1"/>
          <p:nvPr>
            <p:ph type="ctrTitle"/>
          </p:nvPr>
        </p:nvSpPr>
        <p:spPr>
          <a:xfrm flipH="1">
            <a:off x="4101725" y="2243225"/>
            <a:ext cx="2755800" cy="19212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CCCCCC"/>
              </a:buClr>
              <a:buSzPts val="3600"/>
              <a:buNone/>
              <a:defRPr sz="3600">
                <a:solidFill>
                  <a:srgbClr val="CCCCCC"/>
                </a:solidFill>
              </a:defRPr>
            </a:lvl1pPr>
            <a:lvl2pPr lvl="1" rtl="0">
              <a:spcBef>
                <a:spcPts val="0"/>
              </a:spcBef>
              <a:spcAft>
                <a:spcPts val="0"/>
              </a:spcAft>
              <a:buClr>
                <a:srgbClr val="CCCCCC"/>
              </a:buClr>
              <a:buSzPts val="6500"/>
              <a:buNone/>
              <a:defRPr sz="6500">
                <a:solidFill>
                  <a:srgbClr val="CCCCCC"/>
                </a:solidFill>
              </a:defRPr>
            </a:lvl2pPr>
            <a:lvl3pPr lvl="2" rtl="0">
              <a:spcBef>
                <a:spcPts val="0"/>
              </a:spcBef>
              <a:spcAft>
                <a:spcPts val="0"/>
              </a:spcAft>
              <a:buClr>
                <a:srgbClr val="CCCCCC"/>
              </a:buClr>
              <a:buSzPts val="6500"/>
              <a:buNone/>
              <a:defRPr sz="6500">
                <a:solidFill>
                  <a:srgbClr val="CCCCCC"/>
                </a:solidFill>
              </a:defRPr>
            </a:lvl3pPr>
            <a:lvl4pPr lvl="3" rtl="0">
              <a:spcBef>
                <a:spcPts val="0"/>
              </a:spcBef>
              <a:spcAft>
                <a:spcPts val="0"/>
              </a:spcAft>
              <a:buClr>
                <a:srgbClr val="CCCCCC"/>
              </a:buClr>
              <a:buSzPts val="6500"/>
              <a:buNone/>
              <a:defRPr sz="6500">
                <a:solidFill>
                  <a:srgbClr val="CCCCCC"/>
                </a:solidFill>
              </a:defRPr>
            </a:lvl4pPr>
            <a:lvl5pPr lvl="4" rtl="0">
              <a:spcBef>
                <a:spcPts val="0"/>
              </a:spcBef>
              <a:spcAft>
                <a:spcPts val="0"/>
              </a:spcAft>
              <a:buClr>
                <a:srgbClr val="CCCCCC"/>
              </a:buClr>
              <a:buSzPts val="6500"/>
              <a:buNone/>
              <a:defRPr sz="6500">
                <a:solidFill>
                  <a:srgbClr val="CCCCCC"/>
                </a:solidFill>
              </a:defRPr>
            </a:lvl5pPr>
            <a:lvl6pPr lvl="5" rtl="0">
              <a:spcBef>
                <a:spcPts val="0"/>
              </a:spcBef>
              <a:spcAft>
                <a:spcPts val="0"/>
              </a:spcAft>
              <a:buClr>
                <a:srgbClr val="CCCCCC"/>
              </a:buClr>
              <a:buSzPts val="6500"/>
              <a:buNone/>
              <a:defRPr sz="6500">
                <a:solidFill>
                  <a:srgbClr val="CCCCCC"/>
                </a:solidFill>
              </a:defRPr>
            </a:lvl6pPr>
            <a:lvl7pPr lvl="6" rtl="0">
              <a:spcBef>
                <a:spcPts val="0"/>
              </a:spcBef>
              <a:spcAft>
                <a:spcPts val="0"/>
              </a:spcAft>
              <a:buClr>
                <a:srgbClr val="CCCCCC"/>
              </a:buClr>
              <a:buSzPts val="6500"/>
              <a:buNone/>
              <a:defRPr sz="6500">
                <a:solidFill>
                  <a:srgbClr val="CCCCCC"/>
                </a:solidFill>
              </a:defRPr>
            </a:lvl7pPr>
            <a:lvl8pPr lvl="7" rtl="0">
              <a:spcBef>
                <a:spcPts val="0"/>
              </a:spcBef>
              <a:spcAft>
                <a:spcPts val="0"/>
              </a:spcAft>
              <a:buClr>
                <a:srgbClr val="CCCCCC"/>
              </a:buClr>
              <a:buSzPts val="6500"/>
              <a:buNone/>
              <a:defRPr sz="6500">
                <a:solidFill>
                  <a:srgbClr val="CCCCCC"/>
                </a:solidFill>
              </a:defRPr>
            </a:lvl8pPr>
            <a:lvl9pPr lvl="8" rtl="0">
              <a:spcBef>
                <a:spcPts val="0"/>
              </a:spcBef>
              <a:spcAft>
                <a:spcPts val="0"/>
              </a:spcAft>
              <a:buClr>
                <a:srgbClr val="CCCCCC"/>
              </a:buClr>
              <a:buSzPts val="6500"/>
              <a:buNone/>
              <a:defRPr sz="6500">
                <a:solidFill>
                  <a:srgbClr val="CCCCCC"/>
                </a:solidFill>
              </a:defRPr>
            </a:lvl9pPr>
          </a:lstStyle>
          <a:p/>
        </p:txBody>
      </p:sp>
      <p:sp>
        <p:nvSpPr>
          <p:cNvPr id="103" name="Google Shape;103;p17"/>
          <p:cNvSpPr txBox="1"/>
          <p:nvPr>
            <p:ph hasCustomPrompt="1" idx="2" type="title"/>
          </p:nvPr>
        </p:nvSpPr>
        <p:spPr>
          <a:xfrm flipH="1">
            <a:off x="-517450" y="2419325"/>
            <a:ext cx="4488300" cy="16224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CCCCCC"/>
              </a:buClr>
              <a:buSzPts val="16000"/>
              <a:buNone/>
              <a:defRPr sz="16000">
                <a:solidFill>
                  <a:srgbClr val="CCCCCC"/>
                </a:solidFill>
              </a:defRPr>
            </a:lvl1pPr>
            <a:lvl2pPr lvl="1"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CCCCCC"/>
              </a:buClr>
              <a:buSzPts val="14000"/>
              <a:buFont typeface="Fira Sans Extra Condensed Medium"/>
              <a:buNone/>
              <a:defRPr sz="14000">
                <a:solidFill>
                  <a:srgbClr val="CCCCCC"/>
                </a:solidFill>
                <a:latin typeface="Fira Sans Extra Condensed Medium"/>
                <a:ea typeface="Fira Sans Extra Condensed Medium"/>
                <a:cs typeface="Fira Sans Extra Condensed Medium"/>
                <a:sym typeface="Fira Sans Extra Condensed Medium"/>
              </a:defRPr>
            </a:lvl9pPr>
          </a:lstStyle>
          <a:p>
            <a:r>
              <a:t>xx%</a:t>
            </a:r>
          </a:p>
        </p:txBody>
      </p:sp>
      <p:sp>
        <p:nvSpPr>
          <p:cNvPr id="104" name="Google Shape;104;p17"/>
          <p:cNvSpPr/>
          <p:nvPr/>
        </p:nvSpPr>
        <p:spPr>
          <a:xfrm>
            <a:off x="2609300" y="753125"/>
            <a:ext cx="4099200" cy="3583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CCCCC"/>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design 6">
  <p:cSld name="CUSTOM_24">
    <p:spTree>
      <p:nvGrpSpPr>
        <p:cNvPr id="105" name="Shape 105"/>
        <p:cNvGrpSpPr/>
        <p:nvPr/>
      </p:nvGrpSpPr>
      <p:grpSpPr>
        <a:xfrm>
          <a:off x="0" y="0"/>
          <a:ext cx="0" cy="0"/>
          <a:chOff x="0" y="0"/>
          <a:chExt cx="0" cy="0"/>
        </a:xfrm>
      </p:grpSpPr>
      <p:sp>
        <p:nvSpPr>
          <p:cNvPr id="106" name="Google Shape;106;p18"/>
          <p:cNvSpPr/>
          <p:nvPr/>
        </p:nvSpPr>
        <p:spPr>
          <a:xfrm>
            <a:off x="2522400" y="753125"/>
            <a:ext cx="4099200" cy="35832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9D9D9"/>
              </a:solidFill>
            </a:endParaRPr>
          </a:p>
        </p:txBody>
      </p:sp>
      <p:sp>
        <p:nvSpPr>
          <p:cNvPr id="107" name="Google Shape;107;p18"/>
          <p:cNvSpPr txBox="1"/>
          <p:nvPr>
            <p:ph type="ctrTitle"/>
          </p:nvPr>
        </p:nvSpPr>
        <p:spPr>
          <a:xfrm flipH="1">
            <a:off x="2609225" y="2243225"/>
            <a:ext cx="2876700" cy="19212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D9D9D9"/>
              </a:buClr>
              <a:buSzPts val="3600"/>
              <a:buNone/>
              <a:defRPr sz="3600">
                <a:solidFill>
                  <a:srgbClr val="D9D9D9"/>
                </a:solidFill>
              </a:defRPr>
            </a:lvl1pPr>
            <a:lvl2pPr lvl="1" rtl="0" algn="r">
              <a:spcBef>
                <a:spcPts val="0"/>
              </a:spcBef>
              <a:spcAft>
                <a:spcPts val="0"/>
              </a:spcAft>
              <a:buClr>
                <a:srgbClr val="D9D9D9"/>
              </a:buClr>
              <a:buSzPts val="6500"/>
              <a:buNone/>
              <a:defRPr sz="6500">
                <a:solidFill>
                  <a:srgbClr val="D9D9D9"/>
                </a:solidFill>
              </a:defRPr>
            </a:lvl2pPr>
            <a:lvl3pPr lvl="2" rtl="0" algn="r">
              <a:spcBef>
                <a:spcPts val="0"/>
              </a:spcBef>
              <a:spcAft>
                <a:spcPts val="0"/>
              </a:spcAft>
              <a:buClr>
                <a:srgbClr val="D9D9D9"/>
              </a:buClr>
              <a:buSzPts val="6500"/>
              <a:buNone/>
              <a:defRPr sz="6500">
                <a:solidFill>
                  <a:srgbClr val="D9D9D9"/>
                </a:solidFill>
              </a:defRPr>
            </a:lvl3pPr>
            <a:lvl4pPr lvl="3" rtl="0" algn="r">
              <a:spcBef>
                <a:spcPts val="0"/>
              </a:spcBef>
              <a:spcAft>
                <a:spcPts val="0"/>
              </a:spcAft>
              <a:buClr>
                <a:srgbClr val="D9D9D9"/>
              </a:buClr>
              <a:buSzPts val="6500"/>
              <a:buNone/>
              <a:defRPr sz="6500">
                <a:solidFill>
                  <a:srgbClr val="D9D9D9"/>
                </a:solidFill>
              </a:defRPr>
            </a:lvl4pPr>
            <a:lvl5pPr lvl="4" rtl="0" algn="r">
              <a:spcBef>
                <a:spcPts val="0"/>
              </a:spcBef>
              <a:spcAft>
                <a:spcPts val="0"/>
              </a:spcAft>
              <a:buClr>
                <a:srgbClr val="D9D9D9"/>
              </a:buClr>
              <a:buSzPts val="6500"/>
              <a:buNone/>
              <a:defRPr sz="6500">
                <a:solidFill>
                  <a:srgbClr val="D9D9D9"/>
                </a:solidFill>
              </a:defRPr>
            </a:lvl5pPr>
            <a:lvl6pPr lvl="5" rtl="0" algn="r">
              <a:spcBef>
                <a:spcPts val="0"/>
              </a:spcBef>
              <a:spcAft>
                <a:spcPts val="0"/>
              </a:spcAft>
              <a:buClr>
                <a:srgbClr val="D9D9D9"/>
              </a:buClr>
              <a:buSzPts val="6500"/>
              <a:buNone/>
              <a:defRPr sz="6500">
                <a:solidFill>
                  <a:srgbClr val="D9D9D9"/>
                </a:solidFill>
              </a:defRPr>
            </a:lvl6pPr>
            <a:lvl7pPr lvl="6" rtl="0" algn="r">
              <a:spcBef>
                <a:spcPts val="0"/>
              </a:spcBef>
              <a:spcAft>
                <a:spcPts val="0"/>
              </a:spcAft>
              <a:buClr>
                <a:srgbClr val="D9D9D9"/>
              </a:buClr>
              <a:buSzPts val="6500"/>
              <a:buNone/>
              <a:defRPr sz="6500">
                <a:solidFill>
                  <a:srgbClr val="D9D9D9"/>
                </a:solidFill>
              </a:defRPr>
            </a:lvl7pPr>
            <a:lvl8pPr lvl="7" rtl="0" algn="r">
              <a:spcBef>
                <a:spcPts val="0"/>
              </a:spcBef>
              <a:spcAft>
                <a:spcPts val="0"/>
              </a:spcAft>
              <a:buClr>
                <a:srgbClr val="D9D9D9"/>
              </a:buClr>
              <a:buSzPts val="6500"/>
              <a:buNone/>
              <a:defRPr sz="6500">
                <a:solidFill>
                  <a:srgbClr val="D9D9D9"/>
                </a:solidFill>
              </a:defRPr>
            </a:lvl8pPr>
            <a:lvl9pPr lvl="8" rtl="0" algn="r">
              <a:spcBef>
                <a:spcPts val="0"/>
              </a:spcBef>
              <a:spcAft>
                <a:spcPts val="0"/>
              </a:spcAft>
              <a:buClr>
                <a:srgbClr val="D9D9D9"/>
              </a:buClr>
              <a:buSzPts val="6500"/>
              <a:buNone/>
              <a:defRPr sz="6500">
                <a:solidFill>
                  <a:srgbClr val="D9D9D9"/>
                </a:solidFill>
              </a:defRPr>
            </a:lvl9pPr>
          </a:lstStyle>
          <a:p/>
        </p:txBody>
      </p:sp>
      <p:sp>
        <p:nvSpPr>
          <p:cNvPr id="108" name="Google Shape;108;p18"/>
          <p:cNvSpPr txBox="1"/>
          <p:nvPr>
            <p:ph hasCustomPrompt="1" idx="2" type="title"/>
          </p:nvPr>
        </p:nvSpPr>
        <p:spPr>
          <a:xfrm flipH="1">
            <a:off x="3514050" y="2419325"/>
            <a:ext cx="4488300" cy="16224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D9D9D9"/>
              </a:buClr>
              <a:buSzPts val="16000"/>
              <a:buNone/>
              <a:defRPr sz="16000">
                <a:solidFill>
                  <a:srgbClr val="D9D9D9"/>
                </a:solidFill>
              </a:defRPr>
            </a:lvl1pPr>
            <a:lvl2pPr lvl="1"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D9D9D9"/>
              </a:buClr>
              <a:buSzPts val="14000"/>
              <a:buFont typeface="Fira Sans Extra Condensed Medium"/>
              <a:buNone/>
              <a:defRPr sz="14000">
                <a:solidFill>
                  <a:srgbClr val="D9D9D9"/>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2">
  <p:cSld name="CUSTOM_11_1">
    <p:spTree>
      <p:nvGrpSpPr>
        <p:cNvPr id="109" name="Shape 109"/>
        <p:cNvGrpSpPr/>
        <p:nvPr/>
      </p:nvGrpSpPr>
      <p:grpSpPr>
        <a:xfrm>
          <a:off x="0" y="0"/>
          <a:ext cx="0" cy="0"/>
          <a:chOff x="0" y="0"/>
          <a:chExt cx="0" cy="0"/>
        </a:xfrm>
      </p:grpSpPr>
      <p:sp>
        <p:nvSpPr>
          <p:cNvPr id="110" name="Google Shape;110;p19"/>
          <p:cNvSpPr txBox="1"/>
          <p:nvPr>
            <p:ph type="ctrTitle"/>
          </p:nvPr>
        </p:nvSpPr>
        <p:spPr>
          <a:xfrm>
            <a:off x="1263150" y="1910650"/>
            <a:ext cx="1338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11" name="Google Shape;111;p19"/>
          <p:cNvSpPr txBox="1"/>
          <p:nvPr>
            <p:ph idx="1" type="subTitle"/>
          </p:nvPr>
        </p:nvSpPr>
        <p:spPr>
          <a:xfrm>
            <a:off x="1310100" y="2426522"/>
            <a:ext cx="1244400" cy="77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0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2" name="Google Shape;112;p19"/>
          <p:cNvSpPr txBox="1"/>
          <p:nvPr>
            <p:ph idx="2" type="ctrTitle"/>
          </p:nvPr>
        </p:nvSpPr>
        <p:spPr>
          <a:xfrm>
            <a:off x="3902700" y="1910650"/>
            <a:ext cx="1338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13" name="Google Shape;113;p19"/>
          <p:cNvSpPr txBox="1"/>
          <p:nvPr>
            <p:ph idx="3" type="subTitle"/>
          </p:nvPr>
        </p:nvSpPr>
        <p:spPr>
          <a:xfrm>
            <a:off x="3949650" y="2426522"/>
            <a:ext cx="1244400" cy="77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0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4" name="Google Shape;114;p19"/>
          <p:cNvSpPr txBox="1"/>
          <p:nvPr>
            <p:ph idx="4" type="ctrTitle"/>
          </p:nvPr>
        </p:nvSpPr>
        <p:spPr>
          <a:xfrm>
            <a:off x="6589500" y="1910650"/>
            <a:ext cx="1338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4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15" name="Google Shape;115;p19"/>
          <p:cNvSpPr txBox="1"/>
          <p:nvPr>
            <p:ph idx="5" type="subTitle"/>
          </p:nvPr>
        </p:nvSpPr>
        <p:spPr>
          <a:xfrm>
            <a:off x="6636450" y="2426522"/>
            <a:ext cx="1244400" cy="77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0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19"/>
          <p:cNvSpPr txBox="1"/>
          <p:nvPr>
            <p:ph hasCustomPrompt="1" idx="6" type="title"/>
          </p:nvPr>
        </p:nvSpPr>
        <p:spPr>
          <a:xfrm>
            <a:off x="1422605" y="3223975"/>
            <a:ext cx="10194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19"/>
          <p:cNvSpPr txBox="1"/>
          <p:nvPr>
            <p:ph hasCustomPrompt="1" idx="7" type="title"/>
          </p:nvPr>
        </p:nvSpPr>
        <p:spPr>
          <a:xfrm>
            <a:off x="4038680" y="3223975"/>
            <a:ext cx="10194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18" name="Google Shape;118;p19"/>
          <p:cNvSpPr txBox="1"/>
          <p:nvPr>
            <p:ph hasCustomPrompt="1" idx="8" type="title"/>
          </p:nvPr>
        </p:nvSpPr>
        <p:spPr>
          <a:xfrm>
            <a:off x="6749255" y="3223975"/>
            <a:ext cx="10194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1800"/>
              <a:buFont typeface="Fira Sans Extra Condensed Medium"/>
              <a:buNone/>
              <a:defRPr sz="1800">
                <a:latin typeface="Fira Sans Extra Condensed Medium"/>
                <a:ea typeface="Fira Sans Extra Condensed Medium"/>
                <a:cs typeface="Fira Sans Extra Condensed Medium"/>
                <a:sym typeface="Fira Sans Extra Condensed Medium"/>
              </a:defRPr>
            </a:lvl9pPr>
          </a:lstStyle>
          <a:p>
            <a:r>
              <a:t>xx%</a:t>
            </a:r>
          </a:p>
        </p:txBody>
      </p:sp>
      <p:sp>
        <p:nvSpPr>
          <p:cNvPr id="119" name="Google Shape;119;p19"/>
          <p:cNvSpPr txBox="1"/>
          <p:nvPr>
            <p:ph idx="9" type="ctrTitle"/>
          </p:nvPr>
        </p:nvSpPr>
        <p:spPr>
          <a:xfrm>
            <a:off x="723600" y="470625"/>
            <a:ext cx="20781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1_1_2_1">
    <p:spTree>
      <p:nvGrpSpPr>
        <p:cNvPr id="120" name="Shape 120"/>
        <p:cNvGrpSpPr/>
        <p:nvPr/>
      </p:nvGrpSpPr>
      <p:grpSpPr>
        <a:xfrm>
          <a:off x="0" y="0"/>
          <a:ext cx="0" cy="0"/>
          <a:chOff x="0" y="0"/>
          <a:chExt cx="0" cy="0"/>
        </a:xfrm>
      </p:grpSpPr>
      <p:sp>
        <p:nvSpPr>
          <p:cNvPr id="121" name="Google Shape;121;p20"/>
          <p:cNvSpPr txBox="1"/>
          <p:nvPr>
            <p:ph type="title"/>
          </p:nvPr>
        </p:nvSpPr>
        <p:spPr>
          <a:xfrm>
            <a:off x="1676549" y="2123400"/>
            <a:ext cx="2847000" cy="8967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B7B7B7"/>
              </a:buClr>
              <a:buSzPts val="2800"/>
              <a:buNone/>
              <a:defRPr>
                <a:solidFill>
                  <a:srgbClr val="B7B7B7"/>
                </a:solidFill>
              </a:defRPr>
            </a:lvl1pPr>
            <a:lvl2pPr lvl="1" rtl="0">
              <a:spcBef>
                <a:spcPts val="0"/>
              </a:spcBef>
              <a:spcAft>
                <a:spcPts val="0"/>
              </a:spcAft>
              <a:buClr>
                <a:srgbClr val="B7B7B7"/>
              </a:buClr>
              <a:buSzPts val="2800"/>
              <a:buNone/>
              <a:defRPr>
                <a:solidFill>
                  <a:srgbClr val="B7B7B7"/>
                </a:solidFill>
              </a:defRPr>
            </a:lvl2pPr>
            <a:lvl3pPr lvl="2" rtl="0">
              <a:spcBef>
                <a:spcPts val="0"/>
              </a:spcBef>
              <a:spcAft>
                <a:spcPts val="0"/>
              </a:spcAft>
              <a:buClr>
                <a:srgbClr val="B7B7B7"/>
              </a:buClr>
              <a:buSzPts val="2800"/>
              <a:buNone/>
              <a:defRPr>
                <a:solidFill>
                  <a:srgbClr val="B7B7B7"/>
                </a:solidFill>
              </a:defRPr>
            </a:lvl3pPr>
            <a:lvl4pPr lvl="3" rtl="0">
              <a:spcBef>
                <a:spcPts val="0"/>
              </a:spcBef>
              <a:spcAft>
                <a:spcPts val="0"/>
              </a:spcAft>
              <a:buClr>
                <a:srgbClr val="B7B7B7"/>
              </a:buClr>
              <a:buSzPts val="2800"/>
              <a:buNone/>
              <a:defRPr>
                <a:solidFill>
                  <a:srgbClr val="B7B7B7"/>
                </a:solidFill>
              </a:defRPr>
            </a:lvl4pPr>
            <a:lvl5pPr lvl="4" rtl="0">
              <a:spcBef>
                <a:spcPts val="0"/>
              </a:spcBef>
              <a:spcAft>
                <a:spcPts val="0"/>
              </a:spcAft>
              <a:buClr>
                <a:srgbClr val="B7B7B7"/>
              </a:buClr>
              <a:buSzPts val="2800"/>
              <a:buNone/>
              <a:defRPr>
                <a:solidFill>
                  <a:srgbClr val="B7B7B7"/>
                </a:solidFill>
              </a:defRPr>
            </a:lvl5pPr>
            <a:lvl6pPr lvl="5" rtl="0">
              <a:spcBef>
                <a:spcPts val="0"/>
              </a:spcBef>
              <a:spcAft>
                <a:spcPts val="0"/>
              </a:spcAft>
              <a:buClr>
                <a:srgbClr val="B7B7B7"/>
              </a:buClr>
              <a:buSzPts val="2800"/>
              <a:buNone/>
              <a:defRPr>
                <a:solidFill>
                  <a:srgbClr val="B7B7B7"/>
                </a:solidFill>
              </a:defRPr>
            </a:lvl6pPr>
            <a:lvl7pPr lvl="6" rtl="0">
              <a:spcBef>
                <a:spcPts val="0"/>
              </a:spcBef>
              <a:spcAft>
                <a:spcPts val="0"/>
              </a:spcAft>
              <a:buClr>
                <a:srgbClr val="B7B7B7"/>
              </a:buClr>
              <a:buSzPts val="2800"/>
              <a:buNone/>
              <a:defRPr>
                <a:solidFill>
                  <a:srgbClr val="B7B7B7"/>
                </a:solidFill>
              </a:defRPr>
            </a:lvl7pPr>
            <a:lvl8pPr lvl="7" rtl="0">
              <a:spcBef>
                <a:spcPts val="0"/>
              </a:spcBef>
              <a:spcAft>
                <a:spcPts val="0"/>
              </a:spcAft>
              <a:buClr>
                <a:srgbClr val="B7B7B7"/>
              </a:buClr>
              <a:buSzPts val="2800"/>
              <a:buNone/>
              <a:defRPr>
                <a:solidFill>
                  <a:srgbClr val="B7B7B7"/>
                </a:solidFill>
              </a:defRPr>
            </a:lvl8pPr>
            <a:lvl9pPr lvl="8" rtl="0">
              <a:spcBef>
                <a:spcPts val="0"/>
              </a:spcBef>
              <a:spcAft>
                <a:spcPts val="0"/>
              </a:spcAft>
              <a:buClr>
                <a:srgbClr val="B7B7B7"/>
              </a:buClr>
              <a:buSzPts val="2800"/>
              <a:buNone/>
              <a:defRPr>
                <a:solidFill>
                  <a:srgbClr val="B7B7B7"/>
                </a:solidFill>
              </a:defRPr>
            </a:lvl9pPr>
          </a:lstStyle>
          <a:p/>
        </p:txBody>
      </p:sp>
      <p:sp>
        <p:nvSpPr>
          <p:cNvPr id="122" name="Google Shape;122;p20"/>
          <p:cNvSpPr txBox="1"/>
          <p:nvPr>
            <p:ph idx="1" type="subTitle"/>
          </p:nvPr>
        </p:nvSpPr>
        <p:spPr>
          <a:xfrm flipH="1">
            <a:off x="5020872" y="1986750"/>
            <a:ext cx="2631000" cy="1170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CUSTOM_25">
    <p:spTree>
      <p:nvGrpSpPr>
        <p:cNvPr id="123" name="Shape 123"/>
        <p:cNvGrpSpPr/>
        <p:nvPr/>
      </p:nvGrpSpPr>
      <p:grpSpPr>
        <a:xfrm>
          <a:off x="0" y="0"/>
          <a:ext cx="0" cy="0"/>
          <a:chOff x="0" y="0"/>
          <a:chExt cx="0" cy="0"/>
        </a:xfrm>
      </p:grpSpPr>
      <p:sp>
        <p:nvSpPr>
          <p:cNvPr id="124" name="Google Shape;124;p21"/>
          <p:cNvSpPr txBox="1"/>
          <p:nvPr>
            <p:ph idx="1" type="body"/>
          </p:nvPr>
        </p:nvSpPr>
        <p:spPr>
          <a:xfrm>
            <a:off x="642050" y="2134800"/>
            <a:ext cx="5308200" cy="1476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1600"/>
              </a:spcBef>
              <a:spcAft>
                <a:spcPts val="0"/>
              </a:spcAft>
              <a:buSzPts val="1200"/>
              <a:buChar char="○"/>
              <a:defRPr/>
            </a:lvl2pPr>
            <a:lvl3pPr indent="-304800" lvl="2" marL="1371600" rtl="0">
              <a:spcBef>
                <a:spcPts val="1600"/>
              </a:spcBef>
              <a:spcAft>
                <a:spcPts val="0"/>
              </a:spcAft>
              <a:buSzPts val="1200"/>
              <a:buChar char="■"/>
              <a:defRPr/>
            </a:lvl3pPr>
            <a:lvl4pPr indent="-304800" lvl="3" marL="1828800" rtl="0">
              <a:spcBef>
                <a:spcPts val="1600"/>
              </a:spcBef>
              <a:spcAft>
                <a:spcPts val="0"/>
              </a:spcAft>
              <a:buSzPts val="1200"/>
              <a:buChar char="●"/>
              <a:defRPr/>
            </a:lvl4pPr>
            <a:lvl5pPr indent="-304800" lvl="4" marL="2286000" rtl="0">
              <a:spcBef>
                <a:spcPts val="1600"/>
              </a:spcBef>
              <a:spcAft>
                <a:spcPts val="0"/>
              </a:spcAft>
              <a:buSzPts val="1200"/>
              <a:buChar char="○"/>
              <a:defRPr/>
            </a:lvl5pPr>
            <a:lvl6pPr indent="-304800" lvl="5" marL="2743200" rtl="0">
              <a:spcBef>
                <a:spcPts val="1600"/>
              </a:spcBef>
              <a:spcAft>
                <a:spcPts val="0"/>
              </a:spcAft>
              <a:buSzPts val="1200"/>
              <a:buChar char="■"/>
              <a:defRPr/>
            </a:lvl6pPr>
            <a:lvl7pPr indent="-304800" lvl="6" marL="3200400" rtl="0">
              <a:spcBef>
                <a:spcPts val="1600"/>
              </a:spcBef>
              <a:spcAft>
                <a:spcPts val="0"/>
              </a:spcAft>
              <a:buSzPts val="1200"/>
              <a:buChar char="●"/>
              <a:defRPr/>
            </a:lvl7pPr>
            <a:lvl8pPr indent="-304800" lvl="7" marL="3657600" rtl="0">
              <a:spcBef>
                <a:spcPts val="1600"/>
              </a:spcBef>
              <a:spcAft>
                <a:spcPts val="0"/>
              </a:spcAft>
              <a:buSzPts val="1200"/>
              <a:buChar char="○"/>
              <a:defRPr/>
            </a:lvl8pPr>
            <a:lvl9pPr indent="-304800" lvl="8" marL="4114800" rtl="0">
              <a:spcBef>
                <a:spcPts val="1600"/>
              </a:spcBef>
              <a:spcAft>
                <a:spcPts val="1600"/>
              </a:spcAft>
              <a:buSzPts val="1200"/>
              <a:buChar char="■"/>
              <a:defRPr/>
            </a:lvl9pPr>
          </a:lstStyle>
          <a:p/>
        </p:txBody>
      </p:sp>
      <p:sp>
        <p:nvSpPr>
          <p:cNvPr id="125" name="Google Shape;125;p21"/>
          <p:cNvSpPr txBox="1"/>
          <p:nvPr>
            <p:ph type="ctrTitle"/>
          </p:nvPr>
        </p:nvSpPr>
        <p:spPr>
          <a:xfrm>
            <a:off x="723600" y="470625"/>
            <a:ext cx="20781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CUSTOM_10">
    <p:spTree>
      <p:nvGrpSpPr>
        <p:cNvPr id="126" name="Shape 126"/>
        <p:cNvGrpSpPr/>
        <p:nvPr/>
      </p:nvGrpSpPr>
      <p:grpSpPr>
        <a:xfrm>
          <a:off x="0" y="0"/>
          <a:ext cx="0" cy="0"/>
          <a:chOff x="0" y="0"/>
          <a:chExt cx="0" cy="0"/>
        </a:xfrm>
      </p:grpSpPr>
      <p:sp>
        <p:nvSpPr>
          <p:cNvPr id="127" name="Google Shape;127;p22"/>
          <p:cNvSpPr txBox="1"/>
          <p:nvPr>
            <p:ph idx="1" type="body"/>
          </p:nvPr>
        </p:nvSpPr>
        <p:spPr>
          <a:xfrm>
            <a:off x="642050" y="1830000"/>
            <a:ext cx="5308200" cy="1476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1600"/>
              </a:spcBef>
              <a:spcAft>
                <a:spcPts val="0"/>
              </a:spcAft>
              <a:buSzPts val="1200"/>
              <a:buChar char="○"/>
              <a:defRPr/>
            </a:lvl2pPr>
            <a:lvl3pPr indent="-304800" lvl="2" marL="1371600" rtl="0">
              <a:spcBef>
                <a:spcPts val="1600"/>
              </a:spcBef>
              <a:spcAft>
                <a:spcPts val="0"/>
              </a:spcAft>
              <a:buSzPts val="1200"/>
              <a:buChar char="■"/>
              <a:defRPr/>
            </a:lvl3pPr>
            <a:lvl4pPr indent="-304800" lvl="3" marL="1828800" rtl="0">
              <a:spcBef>
                <a:spcPts val="1600"/>
              </a:spcBef>
              <a:spcAft>
                <a:spcPts val="0"/>
              </a:spcAft>
              <a:buSzPts val="1200"/>
              <a:buChar char="●"/>
              <a:defRPr/>
            </a:lvl4pPr>
            <a:lvl5pPr indent="-304800" lvl="4" marL="2286000" rtl="0">
              <a:spcBef>
                <a:spcPts val="1600"/>
              </a:spcBef>
              <a:spcAft>
                <a:spcPts val="0"/>
              </a:spcAft>
              <a:buSzPts val="1200"/>
              <a:buChar char="○"/>
              <a:defRPr/>
            </a:lvl5pPr>
            <a:lvl6pPr indent="-304800" lvl="5" marL="2743200" rtl="0">
              <a:spcBef>
                <a:spcPts val="1600"/>
              </a:spcBef>
              <a:spcAft>
                <a:spcPts val="0"/>
              </a:spcAft>
              <a:buSzPts val="1200"/>
              <a:buChar char="■"/>
              <a:defRPr/>
            </a:lvl6pPr>
            <a:lvl7pPr indent="-304800" lvl="6" marL="3200400" rtl="0">
              <a:spcBef>
                <a:spcPts val="1600"/>
              </a:spcBef>
              <a:spcAft>
                <a:spcPts val="0"/>
              </a:spcAft>
              <a:buSzPts val="1200"/>
              <a:buChar char="●"/>
              <a:defRPr/>
            </a:lvl7pPr>
            <a:lvl8pPr indent="-304800" lvl="7" marL="3657600" rtl="0">
              <a:spcBef>
                <a:spcPts val="1600"/>
              </a:spcBef>
              <a:spcAft>
                <a:spcPts val="0"/>
              </a:spcAft>
              <a:buSzPts val="1200"/>
              <a:buChar char="○"/>
              <a:defRPr/>
            </a:lvl8pPr>
            <a:lvl9pPr indent="-304800" lvl="8" marL="4114800" rtl="0">
              <a:spcBef>
                <a:spcPts val="1600"/>
              </a:spcBef>
              <a:spcAft>
                <a:spcPts val="1600"/>
              </a:spcAft>
              <a:buSzPts val="1200"/>
              <a:buChar char="■"/>
              <a:defRPr/>
            </a:lvl9pPr>
          </a:lstStyle>
          <a:p/>
        </p:txBody>
      </p:sp>
      <p:sp>
        <p:nvSpPr>
          <p:cNvPr id="128" name="Google Shape;128;p22"/>
          <p:cNvSpPr txBox="1"/>
          <p:nvPr>
            <p:ph idx="2" type="subTitle"/>
          </p:nvPr>
        </p:nvSpPr>
        <p:spPr>
          <a:xfrm>
            <a:off x="723600" y="991050"/>
            <a:ext cx="3655800" cy="393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1600"/>
              </a:spcBef>
              <a:spcAft>
                <a:spcPts val="0"/>
              </a:spcAft>
              <a:buNone/>
              <a:defRPr>
                <a:latin typeface="Open Sans"/>
                <a:ea typeface="Open Sans"/>
                <a:cs typeface="Open Sans"/>
                <a:sym typeface="Open Sans"/>
              </a:defRPr>
            </a:lvl2pPr>
            <a:lvl3pPr lvl="2" rtl="0">
              <a:spcBef>
                <a:spcPts val="1600"/>
              </a:spcBef>
              <a:spcAft>
                <a:spcPts val="0"/>
              </a:spcAft>
              <a:buNone/>
              <a:defRPr>
                <a:latin typeface="Open Sans"/>
                <a:ea typeface="Open Sans"/>
                <a:cs typeface="Open Sans"/>
                <a:sym typeface="Open Sans"/>
              </a:defRPr>
            </a:lvl3pPr>
            <a:lvl4pPr lvl="3" rtl="0">
              <a:spcBef>
                <a:spcPts val="1600"/>
              </a:spcBef>
              <a:spcAft>
                <a:spcPts val="0"/>
              </a:spcAft>
              <a:buNone/>
              <a:defRPr>
                <a:latin typeface="Open Sans"/>
                <a:ea typeface="Open Sans"/>
                <a:cs typeface="Open Sans"/>
                <a:sym typeface="Open Sans"/>
              </a:defRPr>
            </a:lvl4pPr>
            <a:lvl5pPr lvl="4" rtl="0">
              <a:spcBef>
                <a:spcPts val="1600"/>
              </a:spcBef>
              <a:spcAft>
                <a:spcPts val="0"/>
              </a:spcAft>
              <a:buNone/>
              <a:defRPr>
                <a:latin typeface="Open Sans"/>
                <a:ea typeface="Open Sans"/>
                <a:cs typeface="Open Sans"/>
                <a:sym typeface="Open Sans"/>
              </a:defRPr>
            </a:lvl5pPr>
            <a:lvl6pPr lvl="5" rtl="0">
              <a:spcBef>
                <a:spcPts val="1600"/>
              </a:spcBef>
              <a:spcAft>
                <a:spcPts val="0"/>
              </a:spcAft>
              <a:buNone/>
              <a:defRPr>
                <a:latin typeface="Open Sans"/>
                <a:ea typeface="Open Sans"/>
                <a:cs typeface="Open Sans"/>
                <a:sym typeface="Open Sans"/>
              </a:defRPr>
            </a:lvl6pPr>
            <a:lvl7pPr lvl="6" rtl="0">
              <a:spcBef>
                <a:spcPts val="1600"/>
              </a:spcBef>
              <a:spcAft>
                <a:spcPts val="0"/>
              </a:spcAft>
              <a:buNone/>
              <a:defRPr>
                <a:latin typeface="Open Sans"/>
                <a:ea typeface="Open Sans"/>
                <a:cs typeface="Open Sans"/>
                <a:sym typeface="Open Sans"/>
              </a:defRPr>
            </a:lvl7pPr>
            <a:lvl8pPr lvl="7" rtl="0">
              <a:spcBef>
                <a:spcPts val="1600"/>
              </a:spcBef>
              <a:spcAft>
                <a:spcPts val="0"/>
              </a:spcAft>
              <a:buNone/>
              <a:defRPr>
                <a:latin typeface="Open Sans"/>
                <a:ea typeface="Open Sans"/>
                <a:cs typeface="Open Sans"/>
                <a:sym typeface="Open Sans"/>
              </a:defRPr>
            </a:lvl8pPr>
            <a:lvl9pPr lvl="8" rtl="0">
              <a:spcBef>
                <a:spcPts val="1600"/>
              </a:spcBef>
              <a:spcAft>
                <a:spcPts val="1600"/>
              </a:spcAft>
              <a:buNone/>
              <a:defRPr>
                <a:latin typeface="Open Sans"/>
                <a:ea typeface="Open Sans"/>
                <a:cs typeface="Open Sans"/>
                <a:sym typeface="Open Sans"/>
              </a:defRPr>
            </a:lvl9pPr>
          </a:lstStyle>
          <a:p/>
        </p:txBody>
      </p:sp>
      <p:sp>
        <p:nvSpPr>
          <p:cNvPr id="129" name="Google Shape;129;p22"/>
          <p:cNvSpPr txBox="1"/>
          <p:nvPr>
            <p:ph type="ctrTitle"/>
          </p:nvPr>
        </p:nvSpPr>
        <p:spPr>
          <a:xfrm>
            <a:off x="723600" y="470625"/>
            <a:ext cx="2078100" cy="946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6">
    <p:spTree>
      <p:nvGrpSpPr>
        <p:cNvPr id="130" name="Shape 13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27">
    <p:bg>
      <p:bgPr>
        <a:solidFill>
          <a:schemeClr val="lt1"/>
        </a:solidFill>
      </p:bgPr>
    </p:bg>
    <p:spTree>
      <p:nvGrpSpPr>
        <p:cNvPr id="131" name="Shape 13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1pPr>
            <a:lvl2pPr lvl="1"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2pPr>
            <a:lvl3pPr lvl="2"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3pPr>
            <a:lvl4pPr lvl="3"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4pPr>
            <a:lvl5pPr lvl="4"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5pPr>
            <a:lvl6pPr lvl="5"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6pPr>
            <a:lvl7pPr lvl="6"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7pPr>
            <a:lvl8pPr lvl="7"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8pPr>
            <a:lvl9pPr lvl="8"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1pPr>
            <a:lvl2pPr indent="-304800" lvl="1" marL="9144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2pPr>
            <a:lvl3pPr indent="-304800" lvl="2" marL="13716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3pPr>
            <a:lvl4pPr indent="-304800" lvl="3" marL="18288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4pPr>
            <a:lvl5pPr indent="-304800" lvl="4" marL="22860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5pPr>
            <a:lvl6pPr indent="-304800" lvl="5" marL="27432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6pPr>
            <a:lvl7pPr indent="-304800" lvl="6" marL="32004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7pPr>
            <a:lvl8pPr indent="-304800" lvl="7" marL="3657600" rtl="0">
              <a:lnSpc>
                <a:spcPct val="115000"/>
              </a:lnSpc>
              <a:spcBef>
                <a:spcPts val="1600"/>
              </a:spcBef>
              <a:spcAft>
                <a:spcPts val="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8pPr>
            <a:lvl9pPr indent="-304800" lvl="8" marL="4114800" rtl="0">
              <a:lnSpc>
                <a:spcPct val="115000"/>
              </a:lnSpc>
              <a:spcBef>
                <a:spcPts val="1600"/>
              </a:spcBef>
              <a:spcAft>
                <a:spcPts val="1600"/>
              </a:spcAft>
              <a:buClr>
                <a:schemeClr val="dk1"/>
              </a:buClr>
              <a:buSzPts val="1200"/>
              <a:buFont typeface="Open Sans Light"/>
              <a:buChar char="■"/>
              <a:defRPr sz="1200">
                <a:solidFill>
                  <a:schemeClr val="dk1"/>
                </a:solidFill>
                <a:latin typeface="Open Sans Light"/>
                <a:ea typeface="Open Sans Light"/>
                <a:cs typeface="Open Sans Light"/>
                <a:sym typeface="Open Sans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www.scrapehero.com/location-reports/Verizon-USA/?utm_source=chatgpt.com" TargetMode="External"/><Relationship Id="rId4" Type="http://schemas.openxmlformats.org/officeDocument/2006/relationships/hyperlink" Target="https://www.scrapehero.com/location-reports/Verizon-USA/?utm_source=chatgpt.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15.jpg"/></Relationships>
</file>

<file path=ppt/slides/_rels/slide23.xml.rels><?xml version="1.0" encoding="UTF-8" standalone="yes"?><Relationships xmlns="http://schemas.openxmlformats.org/package/2006/relationships"><Relationship Id="rId20" Type="http://schemas.openxmlformats.org/officeDocument/2006/relationships/hyperlink" Target="https://www.verizon.com/about/responsibility/sustainability" TargetMode="External"/><Relationship Id="rId11" Type="http://schemas.openxmlformats.org/officeDocument/2006/relationships/hyperlink" Target="https://www.verizon.com/business/resources/whitepapers/iot-supply-chain/" TargetMode="External"/><Relationship Id="rId22" Type="http://schemas.openxmlformats.org/officeDocument/2006/relationships/hyperlink" Target="https://www.verizon.com/about/our-company/small-business-supplier/supplier-code-of-conduct" TargetMode="External"/><Relationship Id="rId10" Type="http://schemas.openxmlformats.org/officeDocument/2006/relationships/hyperlink" Target="https://www.verizon.com/business/solutions/" TargetMode="External"/><Relationship Id="rId21" Type="http://schemas.openxmlformats.org/officeDocument/2006/relationships/hyperlink" Target="https://www.manufacturingdive.com/news/verizon-supplier-orbic-electronics-manufacturing-30m-plant-hauppauge-long-island-new-york/703800/" TargetMode="External"/><Relationship Id="rId13" Type="http://schemas.openxmlformats.org/officeDocument/2006/relationships/hyperlink" Target="https://www.scrapehero.com/location-reports/Verizon-USA/?utm_source=chatgpt.com" TargetMode="External"/><Relationship Id="rId12" Type="http://schemas.openxmlformats.org/officeDocument/2006/relationships/hyperlink" Target="https://www.verizon.com/business/solutions/industry/distribution-logistics/" TargetMode="External"/><Relationship Id="rId23" Type="http://schemas.openxmlformats.org/officeDocument/2006/relationships/hyperlink" Target="https://www.verizon.com/business/solutions/industry/distribution-logistics/" TargetMode="External"/><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hyperlink" Target="https://macrotrends.net/stocks/charts/VZ/verizon/revenue" TargetMode="External"/><Relationship Id="rId4" Type="http://schemas.openxmlformats.org/officeDocument/2006/relationships/hyperlink" Target="https://www.verizon.com/about/sites/default/files/2024-Annual-Report-on-Form-10k.pdf" TargetMode="External"/><Relationship Id="rId9" Type="http://schemas.openxmlformats.org/officeDocument/2006/relationships/hyperlink" Target="https://www.verizon.com/shop/" TargetMode="External"/><Relationship Id="rId15" Type="http://schemas.openxmlformats.org/officeDocument/2006/relationships/hyperlink" Target="https://www.congress.gov/crs-product/IN12569" TargetMode="External"/><Relationship Id="rId14" Type="http://schemas.openxmlformats.org/officeDocument/2006/relationships/hyperlink" Target="https://www.reuters.com/world/asia-pacific/south-korea-cannot-pay-350-billion-us-tariff-deal-trump-suggests-top-aide-says-2025-09-27" TargetMode="External"/><Relationship Id="rId17" Type="http://schemas.openxmlformats.org/officeDocument/2006/relationships/hyperlink" Target="https://www.verizon.com/about/our-company/who-we-are" TargetMode="External"/><Relationship Id="rId16" Type="http://schemas.openxmlformats.org/officeDocument/2006/relationships/hyperlink" Target="https://www.statista.com/statistics/199359/market-share-of-wireless-carriers-in-the-us-by-subscriptions/?srsltid=AfmBOoozVLyuiJkZON9EgffcZvTatrkAwLZ5kl7scNxpHQ2PUTZV6bkb" TargetMode="External"/><Relationship Id="rId5" Type="http://schemas.openxmlformats.org/officeDocument/2006/relationships/hyperlink" Target="https://www.verizon.com/about/our-company/verizon-fact-sheet" TargetMode="External"/><Relationship Id="rId19" Type="http://schemas.openxmlformats.org/officeDocument/2006/relationships/hyperlink" Target="https://umbrex.com/resources/strategy-of-the-fortune-500/strategy-of-verizon-communications/" TargetMode="External"/><Relationship Id="rId6" Type="http://schemas.openxmlformats.org/officeDocument/2006/relationships/hyperlink" Target="https://www.verizon.com/business/resources/articles/s/ai-for-smart-distribution-center-operations/" TargetMode="External"/><Relationship Id="rId18" Type="http://schemas.openxmlformats.org/officeDocument/2006/relationships/hyperlink" Target="https://www.verizon.com/about/our-company" TargetMode="External"/><Relationship Id="rId7" Type="http://schemas.openxmlformats.org/officeDocument/2006/relationships/hyperlink" Target="https://www.theverge.com/news/691810/verizon-google-gemini-ai-chatbot-customer-service" TargetMode="External"/><Relationship Id="rId8" Type="http://schemas.openxmlformats.org/officeDocument/2006/relationships/hyperlink" Target="https://www.theverge.com/2024/9/5/24236519/verizon-frontier-fiber-network-acquisition-20-bill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25"/>
          <p:cNvSpPr/>
          <p:nvPr/>
        </p:nvSpPr>
        <p:spPr>
          <a:xfrm rot="10800000">
            <a:off x="7782000" y="367900"/>
            <a:ext cx="952500" cy="826275"/>
          </a:xfrm>
          <a:custGeom>
            <a:rect b="b" l="l" r="r" t="t"/>
            <a:pathLst>
              <a:path extrusionOk="0" h="33051" w="38100">
                <a:moveTo>
                  <a:pt x="0" y="0"/>
                </a:moveTo>
                <a:lnTo>
                  <a:pt x="0" y="33051"/>
                </a:lnTo>
                <a:lnTo>
                  <a:pt x="38100" y="33051"/>
                </a:lnTo>
              </a:path>
            </a:pathLst>
          </a:custGeom>
          <a:noFill/>
          <a:ln cap="flat" cmpd="sng" w="9525">
            <a:solidFill>
              <a:srgbClr val="FFFFFF"/>
            </a:solidFill>
            <a:prstDash val="solid"/>
            <a:round/>
            <a:headEnd len="med" w="med" type="none"/>
            <a:tailEnd len="med" w="med" type="none"/>
          </a:ln>
        </p:spPr>
      </p:sp>
      <p:sp>
        <p:nvSpPr>
          <p:cNvPr id="137" name="Google Shape;137;p25"/>
          <p:cNvSpPr/>
          <p:nvPr/>
        </p:nvSpPr>
        <p:spPr>
          <a:xfrm>
            <a:off x="381075" y="3949313"/>
            <a:ext cx="952500" cy="826275"/>
          </a:xfrm>
          <a:custGeom>
            <a:rect b="b" l="l" r="r" t="t"/>
            <a:pathLst>
              <a:path extrusionOk="0" h="33051" w="38100">
                <a:moveTo>
                  <a:pt x="0" y="0"/>
                </a:moveTo>
                <a:lnTo>
                  <a:pt x="0" y="33051"/>
                </a:lnTo>
                <a:lnTo>
                  <a:pt x="38100" y="33051"/>
                </a:lnTo>
              </a:path>
            </a:pathLst>
          </a:custGeom>
          <a:noFill/>
          <a:ln cap="flat" cmpd="sng" w="9525">
            <a:solidFill>
              <a:schemeClr val="lt1"/>
            </a:solidFill>
            <a:prstDash val="solid"/>
            <a:round/>
            <a:headEnd len="med" w="med" type="none"/>
            <a:tailEnd len="med" w="med" type="none"/>
          </a:ln>
        </p:spPr>
      </p:sp>
      <p:sp>
        <p:nvSpPr>
          <p:cNvPr id="138" name="Google Shape;138;p25"/>
          <p:cNvSpPr txBox="1"/>
          <p:nvPr>
            <p:ph idx="1" type="subTitle"/>
          </p:nvPr>
        </p:nvSpPr>
        <p:spPr>
          <a:xfrm>
            <a:off x="2540502" y="3130200"/>
            <a:ext cx="4064700" cy="71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Allison Ridlovsky, Dora Do, Nixi Fuentes, Michael Curtin, Zach Montoya</a:t>
            </a:r>
            <a:endParaRPr/>
          </a:p>
        </p:txBody>
      </p:sp>
      <p:sp>
        <p:nvSpPr>
          <p:cNvPr id="139" name="Google Shape;139;p25"/>
          <p:cNvSpPr txBox="1"/>
          <p:nvPr>
            <p:ph type="ctrTitle"/>
          </p:nvPr>
        </p:nvSpPr>
        <p:spPr>
          <a:xfrm>
            <a:off x="2450352" y="1472625"/>
            <a:ext cx="4245000" cy="17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solidFill>
                  <a:schemeClr val="lt1"/>
                </a:solidFill>
              </a:rPr>
              <a:t>VERIZON RESEARCH</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p:nvPr/>
        </p:nvSpPr>
        <p:spPr>
          <a:xfrm flipH="1">
            <a:off x="2829000" y="0"/>
            <a:ext cx="6315000" cy="429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6"/>
          <p:cNvSpPr txBox="1"/>
          <p:nvPr>
            <p:ph type="ctrTitle"/>
          </p:nvPr>
        </p:nvSpPr>
        <p:spPr>
          <a:xfrm>
            <a:off x="89850" y="215650"/>
            <a:ext cx="2567400" cy="5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000"/>
              <a:t>Company Overview:</a:t>
            </a:r>
            <a:endParaRPr sz="2000"/>
          </a:p>
        </p:txBody>
      </p:sp>
      <p:cxnSp>
        <p:nvCxnSpPr>
          <p:cNvPr id="146" name="Google Shape;146;p26"/>
          <p:cNvCxnSpPr/>
          <p:nvPr/>
        </p:nvCxnSpPr>
        <p:spPr>
          <a:xfrm>
            <a:off x="1024150" y="4286225"/>
            <a:ext cx="2004900" cy="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26"/>
          <p:cNvSpPr txBox="1"/>
          <p:nvPr>
            <p:ph idx="1" type="subTitle"/>
          </p:nvPr>
        </p:nvSpPr>
        <p:spPr>
          <a:xfrm>
            <a:off x="89850" y="747600"/>
            <a:ext cx="2567400" cy="364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1"/>
                </a:solidFill>
              </a:rPr>
              <a:t>Verizon is a United States based global telecommunications and technology company.</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s" sz="1600">
                <a:solidFill>
                  <a:schemeClr val="dk1"/>
                </a:solidFill>
              </a:rPr>
              <a:t>It builds and operates networks: </a:t>
            </a:r>
            <a:r>
              <a:rPr lang="es" sz="1600">
                <a:solidFill>
                  <a:schemeClr val="dk1"/>
                </a:solidFill>
              </a:rPr>
              <a:t>wireless</a:t>
            </a:r>
            <a:r>
              <a:rPr lang="es" sz="1600">
                <a:solidFill>
                  <a:schemeClr val="dk1"/>
                </a:solidFill>
              </a:rPr>
              <a:t>, fiber, broadband, and business networking.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s" sz="1600">
                <a:solidFill>
                  <a:schemeClr val="dk1"/>
                </a:solidFill>
              </a:rPr>
              <a:t>As well as provides both consumer and enterprise </a:t>
            </a:r>
            <a:r>
              <a:rPr lang="es" sz="1600">
                <a:solidFill>
                  <a:schemeClr val="dk1"/>
                </a:solidFill>
              </a:rPr>
              <a:t>connectivity</a:t>
            </a:r>
            <a:r>
              <a:rPr lang="es" sz="1600">
                <a:solidFill>
                  <a:schemeClr val="dk1"/>
                </a:solidFill>
              </a:rPr>
              <a:t>, telecom and digital solutions. </a:t>
            </a:r>
            <a:endParaRPr sz="1600">
              <a:solidFill>
                <a:schemeClr val="dk1"/>
              </a:solidFill>
            </a:endParaRPr>
          </a:p>
        </p:txBody>
      </p:sp>
      <p:pic>
        <p:nvPicPr>
          <p:cNvPr descr="File:Verizon Logo.png - Wikinews, the free news source" id="148" name="Google Shape;148;p26"/>
          <p:cNvPicPr preferRelativeResize="0"/>
          <p:nvPr/>
        </p:nvPicPr>
        <p:blipFill>
          <a:blip r:embed="rId3">
            <a:alphaModFix/>
          </a:blip>
          <a:stretch>
            <a:fillRect/>
          </a:stretch>
        </p:blipFill>
        <p:spPr>
          <a:xfrm>
            <a:off x="3232514" y="470625"/>
            <a:ext cx="5759560" cy="3275750"/>
          </a:xfrm>
          <a:prstGeom prst="rect">
            <a:avLst/>
          </a:prstGeom>
          <a:noFill/>
          <a:ln>
            <a:noFill/>
          </a:ln>
        </p:spPr>
      </p:pic>
      <p:sp>
        <p:nvSpPr>
          <p:cNvPr id="149" name="Google Shape;149;p26"/>
          <p:cNvSpPr txBox="1"/>
          <p:nvPr/>
        </p:nvSpPr>
        <p:spPr>
          <a:xfrm>
            <a:off x="7840700" y="4803000"/>
            <a:ext cx="1303200" cy="34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200">
                <a:solidFill>
                  <a:schemeClr val="dk1"/>
                </a:solidFill>
                <a:latin typeface="Open Sans Light"/>
                <a:ea typeface="Open Sans Light"/>
                <a:cs typeface="Open Sans Light"/>
                <a:sym typeface="Open Sans Light"/>
              </a:rPr>
              <a:t>Allison Ridlovsky</a:t>
            </a:r>
            <a:endParaRPr sz="1200">
              <a:solidFill>
                <a:schemeClr val="dk1"/>
              </a:solidFill>
              <a:latin typeface="Open Sans Light"/>
              <a:ea typeface="Open Sans Light"/>
              <a:cs typeface="Open Sans Light"/>
              <a:sym typeface="Open Sans Light"/>
            </a:endParaRPr>
          </a:p>
        </p:txBody>
      </p:sp>
      <p:sp>
        <p:nvSpPr>
          <p:cNvPr id="150" name="Google Shape;150;p26"/>
          <p:cNvSpPr txBox="1"/>
          <p:nvPr/>
        </p:nvSpPr>
        <p:spPr>
          <a:xfrm>
            <a:off x="186600" y="4432050"/>
            <a:ext cx="7278000" cy="71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300">
                <a:solidFill>
                  <a:schemeClr val="dk1"/>
                </a:solidFill>
                <a:latin typeface="Open Sans"/>
                <a:ea typeface="Open Sans"/>
                <a:cs typeface="Open Sans"/>
                <a:sym typeface="Open Sans"/>
              </a:rPr>
              <a:t>Headquarters</a:t>
            </a:r>
            <a:r>
              <a:rPr lang="es" sz="1300">
                <a:solidFill>
                  <a:schemeClr val="dk1"/>
                </a:solidFill>
                <a:latin typeface="Open Sans Light"/>
                <a:ea typeface="Open Sans Light"/>
                <a:cs typeface="Open Sans Light"/>
                <a:sym typeface="Open Sans Light"/>
              </a:rPr>
              <a:t>: New York, USA</a:t>
            </a:r>
            <a:endParaRPr sz="1300">
              <a:solidFill>
                <a:schemeClr val="dk1"/>
              </a:solidFill>
              <a:latin typeface="Open Sans Light"/>
              <a:ea typeface="Open Sans Light"/>
              <a:cs typeface="Open Sans Light"/>
              <a:sym typeface="Open Sans Light"/>
            </a:endParaRPr>
          </a:p>
          <a:p>
            <a:pPr indent="0" lvl="0" marL="0" rtl="0" algn="ctr">
              <a:spcBef>
                <a:spcPts val="0"/>
              </a:spcBef>
              <a:spcAft>
                <a:spcPts val="0"/>
              </a:spcAft>
              <a:buNone/>
            </a:pPr>
            <a:r>
              <a:rPr b="1" lang="es" sz="1300">
                <a:solidFill>
                  <a:schemeClr val="dk1"/>
                </a:solidFill>
                <a:latin typeface="Open Sans"/>
                <a:ea typeface="Open Sans"/>
                <a:cs typeface="Open Sans"/>
                <a:sym typeface="Open Sans"/>
              </a:rPr>
              <a:t>Founded</a:t>
            </a:r>
            <a:r>
              <a:rPr lang="es" sz="1300">
                <a:solidFill>
                  <a:schemeClr val="dk1"/>
                </a:solidFill>
                <a:latin typeface="Open Sans Light"/>
                <a:ea typeface="Open Sans Light"/>
                <a:cs typeface="Open Sans Light"/>
                <a:sym typeface="Open Sans Light"/>
              </a:rPr>
              <a:t>: 1983 (known as Bell Atlantic) → Verizon in 2000</a:t>
            </a:r>
            <a:endParaRPr sz="1300">
              <a:solidFill>
                <a:schemeClr val="dk1"/>
              </a:solidFill>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0" y="341450"/>
            <a:ext cx="9144000" cy="61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800" u="sng">
                <a:solidFill>
                  <a:schemeClr val="dk1"/>
                </a:solidFill>
                <a:latin typeface="Open Sans Light"/>
                <a:ea typeface="Open Sans Light"/>
                <a:cs typeface="Open Sans Light"/>
                <a:sym typeface="Open Sans Light"/>
              </a:rPr>
              <a:t>Products: </a:t>
            </a:r>
            <a:endParaRPr sz="2800" u="sng">
              <a:solidFill>
                <a:schemeClr val="dk1"/>
              </a:solidFill>
              <a:latin typeface="Open Sans Light"/>
              <a:ea typeface="Open Sans Light"/>
              <a:cs typeface="Open Sans Light"/>
              <a:sym typeface="Open Sans Light"/>
            </a:endParaRPr>
          </a:p>
        </p:txBody>
      </p:sp>
      <p:sp>
        <p:nvSpPr>
          <p:cNvPr id="156" name="Google Shape;156;p27"/>
          <p:cNvSpPr txBox="1"/>
          <p:nvPr/>
        </p:nvSpPr>
        <p:spPr>
          <a:xfrm>
            <a:off x="269575" y="1006425"/>
            <a:ext cx="8554500" cy="39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chemeClr val="dk1"/>
                </a:solidFill>
                <a:latin typeface="Open Sans"/>
                <a:ea typeface="Open Sans"/>
                <a:cs typeface="Open Sans"/>
                <a:sym typeface="Open Sans"/>
              </a:rPr>
              <a:t>Wireless Connectivity</a:t>
            </a:r>
            <a:endParaRPr b="1" sz="1900">
              <a:solidFill>
                <a:schemeClr val="dk1"/>
              </a:solidFill>
              <a:latin typeface="Open Sans"/>
              <a:ea typeface="Open Sans"/>
              <a:cs typeface="Open Sans"/>
              <a:sym typeface="Open Sans"/>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Core product is the 5G Ultra Wideband and 4G LTE Mobile Networks</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Verizon serves 146+ million retail wireless connections</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Offers postpaid and prepaid plans for consumers, as well as mobile hotspots</a:t>
            </a:r>
            <a:endParaRPr sz="17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rPr b="1" lang="es" sz="1900">
                <a:solidFill>
                  <a:schemeClr val="dk1"/>
                </a:solidFill>
                <a:latin typeface="Open Sans"/>
                <a:ea typeface="Open Sans"/>
                <a:cs typeface="Open Sans"/>
                <a:sym typeface="Open Sans"/>
              </a:rPr>
              <a:t>Broadband &amp; Fiber Internet</a:t>
            </a:r>
            <a:endParaRPr b="1" sz="1900">
              <a:solidFill>
                <a:schemeClr val="dk1"/>
              </a:solidFill>
              <a:latin typeface="Open Sans"/>
              <a:ea typeface="Open Sans"/>
              <a:cs typeface="Open Sans"/>
              <a:sym typeface="Open Sans"/>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Fios Internet: Fiber-to-the-home service </a:t>
            </a:r>
            <a:r>
              <a:rPr lang="es" sz="1700">
                <a:solidFill>
                  <a:schemeClr val="dk1"/>
                </a:solidFill>
                <a:latin typeface="Open Sans Light"/>
                <a:ea typeface="Open Sans Light"/>
                <a:cs typeface="Open Sans Light"/>
                <a:sym typeface="Open Sans Light"/>
              </a:rPr>
              <a:t>available</a:t>
            </a:r>
            <a:r>
              <a:rPr lang="es" sz="1700">
                <a:solidFill>
                  <a:schemeClr val="dk1"/>
                </a:solidFill>
                <a:latin typeface="Open Sans Light"/>
                <a:ea typeface="Open Sans Light"/>
                <a:cs typeface="Open Sans Light"/>
                <a:sym typeface="Open Sans Light"/>
              </a:rPr>
              <a:t> in select regions</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5G Home Internet: Fixed Wireless access product that uses 5G for residential broadband</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LTE Home Internet: Covers rural and </a:t>
            </a:r>
            <a:r>
              <a:rPr lang="es" sz="1700">
                <a:solidFill>
                  <a:schemeClr val="dk1"/>
                </a:solidFill>
                <a:latin typeface="Open Sans Light"/>
                <a:ea typeface="Open Sans Light"/>
                <a:cs typeface="Open Sans Light"/>
                <a:sym typeface="Open Sans Light"/>
              </a:rPr>
              <a:t>suburban</a:t>
            </a:r>
            <a:r>
              <a:rPr lang="es" sz="1700">
                <a:solidFill>
                  <a:schemeClr val="dk1"/>
                </a:solidFill>
                <a:latin typeface="Open Sans Light"/>
                <a:ea typeface="Open Sans Light"/>
                <a:cs typeface="Open Sans Light"/>
                <a:sym typeface="Open Sans Light"/>
              </a:rPr>
              <a:t> areas where Fios isn’t available</a:t>
            </a:r>
            <a:endParaRPr sz="17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rPr b="1" lang="es" sz="1900">
                <a:solidFill>
                  <a:schemeClr val="dk1"/>
                </a:solidFill>
                <a:latin typeface="Open Sans"/>
                <a:ea typeface="Open Sans"/>
                <a:cs typeface="Open Sans"/>
                <a:sym typeface="Open Sans"/>
              </a:rPr>
              <a:t>Devices &amp; Equipment</a:t>
            </a:r>
            <a:endParaRPr b="1" sz="1900">
              <a:solidFill>
                <a:schemeClr val="dk1"/>
              </a:solidFill>
              <a:latin typeface="Open Sans"/>
              <a:ea typeface="Open Sans"/>
              <a:cs typeface="Open Sans"/>
              <a:sym typeface="Open Sans"/>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Mobile devices such as smartphones and tablets</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Network gear including routers, modems, set-top boxes for Fios T.V. and Internet</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Accessories like charges, earbuds, and cases </a:t>
            </a:r>
            <a:endParaRPr sz="1700">
              <a:solidFill>
                <a:schemeClr val="dk1"/>
              </a:solidFill>
              <a:latin typeface="Open Sans Light"/>
              <a:ea typeface="Open Sans Light"/>
              <a:cs typeface="Open Sans Light"/>
              <a:sym typeface="Open Sans Light"/>
            </a:endParaRPr>
          </a:p>
        </p:txBody>
      </p:sp>
      <p:sp>
        <p:nvSpPr>
          <p:cNvPr id="157" name="Google Shape;157;p27"/>
          <p:cNvSpPr txBox="1"/>
          <p:nvPr/>
        </p:nvSpPr>
        <p:spPr>
          <a:xfrm>
            <a:off x="7760050" y="4811950"/>
            <a:ext cx="13839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Open Sans Light"/>
                <a:ea typeface="Open Sans Light"/>
                <a:cs typeface="Open Sans Light"/>
                <a:sym typeface="Open Sans Light"/>
              </a:rPr>
              <a:t>Allison Ridlovsky</a:t>
            </a:r>
            <a:endParaRPr sz="1200">
              <a:solidFill>
                <a:schemeClr val="dk1"/>
              </a:solidFill>
              <a:latin typeface="Open Sans Light"/>
              <a:ea typeface="Open Sans Light"/>
              <a:cs typeface="Open Sans Light"/>
              <a:sym typeface="Open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nvSpPr>
        <p:spPr>
          <a:xfrm>
            <a:off x="0" y="341450"/>
            <a:ext cx="9144000" cy="61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800" u="sng">
                <a:solidFill>
                  <a:schemeClr val="dk1"/>
                </a:solidFill>
                <a:latin typeface="Open Sans Light"/>
                <a:ea typeface="Open Sans Light"/>
                <a:cs typeface="Open Sans Light"/>
                <a:sym typeface="Open Sans Light"/>
              </a:rPr>
              <a:t>Services</a:t>
            </a:r>
            <a:r>
              <a:rPr lang="es" sz="2800" u="sng">
                <a:solidFill>
                  <a:schemeClr val="dk1"/>
                </a:solidFill>
                <a:latin typeface="Open Sans Light"/>
                <a:ea typeface="Open Sans Light"/>
                <a:cs typeface="Open Sans Light"/>
                <a:sym typeface="Open Sans Light"/>
              </a:rPr>
              <a:t>: </a:t>
            </a:r>
            <a:endParaRPr sz="2800" u="sng">
              <a:solidFill>
                <a:schemeClr val="dk1"/>
              </a:solidFill>
              <a:latin typeface="Open Sans Light"/>
              <a:ea typeface="Open Sans Light"/>
              <a:cs typeface="Open Sans Light"/>
              <a:sym typeface="Open Sans Light"/>
            </a:endParaRPr>
          </a:p>
        </p:txBody>
      </p:sp>
      <p:sp>
        <p:nvSpPr>
          <p:cNvPr id="163" name="Google Shape;163;p28"/>
          <p:cNvSpPr txBox="1"/>
          <p:nvPr/>
        </p:nvSpPr>
        <p:spPr>
          <a:xfrm>
            <a:off x="269575" y="1006425"/>
            <a:ext cx="8554500" cy="39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chemeClr val="dk1"/>
                </a:solidFill>
                <a:latin typeface="Open Sans"/>
                <a:ea typeface="Open Sans"/>
                <a:cs typeface="Open Sans"/>
                <a:sym typeface="Open Sans"/>
              </a:rPr>
              <a:t>Consumer Services</a:t>
            </a:r>
            <a:endParaRPr b="1" sz="1900">
              <a:solidFill>
                <a:schemeClr val="dk1"/>
              </a:solidFill>
              <a:latin typeface="Open Sans"/>
              <a:ea typeface="Open Sans"/>
              <a:cs typeface="Open Sans"/>
              <a:sym typeface="Open Sans"/>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Mobile plans (unlimited, prepaid, family, and </a:t>
            </a:r>
            <a:r>
              <a:rPr lang="es" sz="1700">
                <a:solidFill>
                  <a:schemeClr val="dk1"/>
                </a:solidFill>
                <a:latin typeface="Open Sans Light"/>
                <a:ea typeface="Open Sans Light"/>
                <a:cs typeface="Open Sans Light"/>
                <a:sym typeface="Open Sans Light"/>
              </a:rPr>
              <a:t>business</a:t>
            </a:r>
            <a:r>
              <a:rPr lang="es" sz="1700">
                <a:solidFill>
                  <a:schemeClr val="dk1"/>
                </a:solidFill>
                <a:latin typeface="Open Sans Light"/>
                <a:ea typeface="Open Sans Light"/>
                <a:cs typeface="Open Sans Light"/>
                <a:sym typeface="Open Sans Light"/>
              </a:rPr>
              <a:t> mobiles)</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Content/streaming bundles including partnerships with Disney+ , Netflix, Youtube Tv, and Apple Music</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Device financing, surance, and upgrade programs</a:t>
            </a:r>
            <a:endParaRPr sz="17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rPr b="1" lang="es" sz="1900">
                <a:solidFill>
                  <a:schemeClr val="dk1"/>
                </a:solidFill>
                <a:latin typeface="Open Sans"/>
                <a:ea typeface="Open Sans"/>
                <a:cs typeface="Open Sans"/>
                <a:sym typeface="Open Sans"/>
              </a:rPr>
              <a:t>Business &amp; Enterprise Services</a:t>
            </a:r>
            <a:endParaRPr b="1" sz="1900">
              <a:solidFill>
                <a:schemeClr val="dk1"/>
              </a:solidFill>
              <a:latin typeface="Open Sans"/>
              <a:ea typeface="Open Sans"/>
              <a:cs typeface="Open Sans"/>
              <a:sym typeface="Open Sans"/>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Private 5G, edge computing, SD-WAN, and global enterprise connectivity</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Cybersecurity and managed network services</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loT </a:t>
            </a:r>
            <a:r>
              <a:rPr lang="es" sz="1700">
                <a:solidFill>
                  <a:schemeClr val="dk1"/>
                </a:solidFill>
                <a:latin typeface="Open Sans Light"/>
                <a:ea typeface="Open Sans Light"/>
                <a:cs typeface="Open Sans Light"/>
                <a:sym typeface="Open Sans Light"/>
              </a:rPr>
              <a:t>platforms</a:t>
            </a:r>
            <a:r>
              <a:rPr lang="es" sz="1700">
                <a:solidFill>
                  <a:schemeClr val="dk1"/>
                </a:solidFill>
                <a:latin typeface="Open Sans Light"/>
                <a:ea typeface="Open Sans Light"/>
                <a:cs typeface="Open Sans Light"/>
                <a:sym typeface="Open Sans Light"/>
              </a:rPr>
              <a:t> for fleet management, smart cities, and industrial tracking</a:t>
            </a:r>
            <a:endParaRPr sz="17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rPr b="1" lang="es" sz="1900">
                <a:solidFill>
                  <a:schemeClr val="dk1"/>
                </a:solidFill>
                <a:latin typeface="Open Sans"/>
                <a:ea typeface="Open Sans"/>
                <a:cs typeface="Open Sans"/>
                <a:sym typeface="Open Sans"/>
              </a:rPr>
              <a:t>Media &amp; Advertising</a:t>
            </a:r>
            <a:endParaRPr b="1" sz="1900">
              <a:solidFill>
                <a:schemeClr val="dk1"/>
              </a:solidFill>
              <a:latin typeface="Open Sans"/>
              <a:ea typeface="Open Sans"/>
              <a:cs typeface="Open Sans"/>
              <a:sym typeface="Open Sans"/>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Operates Verizon Media for adtech and digital advertising</a:t>
            </a:r>
            <a:endParaRPr sz="1700">
              <a:solidFill>
                <a:schemeClr val="dk1"/>
              </a:solidFill>
              <a:latin typeface="Open Sans Light"/>
              <a:ea typeface="Open Sans Light"/>
              <a:cs typeface="Open Sans Light"/>
              <a:sym typeface="Open Sans Light"/>
            </a:endParaRPr>
          </a:p>
          <a:p>
            <a:pPr indent="-336550" lvl="0" marL="457200" rtl="0" algn="l">
              <a:spcBef>
                <a:spcPts val="0"/>
              </a:spcBef>
              <a:spcAft>
                <a:spcPts val="0"/>
              </a:spcAft>
              <a:buClr>
                <a:schemeClr val="dk1"/>
              </a:buClr>
              <a:buSzPts val="1700"/>
              <a:buFont typeface="Open Sans Light"/>
              <a:buChar char="●"/>
            </a:pPr>
            <a:r>
              <a:rPr lang="es" sz="1700">
                <a:solidFill>
                  <a:schemeClr val="dk1"/>
                </a:solidFill>
                <a:latin typeface="Open Sans Light"/>
                <a:ea typeface="Open Sans Light"/>
                <a:cs typeface="Open Sans Light"/>
                <a:sym typeface="Open Sans Light"/>
              </a:rPr>
              <a:t>Provides advertisers with demand-side platforms, data analytics, and targeted ad services</a:t>
            </a:r>
            <a:endParaRPr sz="1700">
              <a:solidFill>
                <a:schemeClr val="dk1"/>
              </a:solidFill>
              <a:latin typeface="Open Sans Light"/>
              <a:ea typeface="Open Sans Light"/>
              <a:cs typeface="Open Sans Light"/>
              <a:sym typeface="Open Sans Light"/>
            </a:endParaRPr>
          </a:p>
        </p:txBody>
      </p:sp>
      <p:sp>
        <p:nvSpPr>
          <p:cNvPr id="164" name="Google Shape;164;p28"/>
          <p:cNvSpPr txBox="1"/>
          <p:nvPr/>
        </p:nvSpPr>
        <p:spPr>
          <a:xfrm>
            <a:off x="7760050" y="4811950"/>
            <a:ext cx="13839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Open Sans Light"/>
                <a:ea typeface="Open Sans Light"/>
                <a:cs typeface="Open Sans Light"/>
                <a:sym typeface="Open Sans Light"/>
              </a:rPr>
              <a:t>Allison Ridlovsky</a:t>
            </a:r>
            <a:endParaRPr sz="1200">
              <a:solidFill>
                <a:schemeClr val="dk1"/>
              </a:solidFill>
              <a:latin typeface="Open Sans Light"/>
              <a:ea typeface="Open Sans Light"/>
              <a:cs typeface="Open Sans Light"/>
              <a:sym typeface="Open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29"/>
          <p:cNvSpPr/>
          <p:nvPr/>
        </p:nvSpPr>
        <p:spPr>
          <a:xfrm>
            <a:off x="408150" y="1889450"/>
            <a:ext cx="8327700" cy="2239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 name="Google Shape;170;p29"/>
          <p:cNvPicPr preferRelativeResize="0"/>
          <p:nvPr/>
        </p:nvPicPr>
        <p:blipFill rotWithShape="1">
          <a:blip r:embed="rId3">
            <a:alphaModFix/>
          </a:blip>
          <a:srcRect b="0" l="6360" r="74192" t="71172"/>
          <a:stretch/>
        </p:blipFill>
        <p:spPr>
          <a:xfrm>
            <a:off x="6876025" y="3117028"/>
            <a:ext cx="1730851" cy="1723221"/>
          </a:xfrm>
          <a:prstGeom prst="rect">
            <a:avLst/>
          </a:prstGeom>
          <a:noFill/>
          <a:ln>
            <a:noFill/>
          </a:ln>
        </p:spPr>
      </p:pic>
      <p:pic>
        <p:nvPicPr>
          <p:cNvPr id="171" name="Google Shape;171;p29"/>
          <p:cNvPicPr preferRelativeResize="0"/>
          <p:nvPr/>
        </p:nvPicPr>
        <p:blipFill rotWithShape="1">
          <a:blip r:embed="rId3">
            <a:alphaModFix/>
          </a:blip>
          <a:srcRect b="32057" l="25018" r="55633" t="39262"/>
          <a:stretch/>
        </p:blipFill>
        <p:spPr>
          <a:xfrm>
            <a:off x="1053625" y="1073978"/>
            <a:ext cx="1730851" cy="1723221"/>
          </a:xfrm>
          <a:prstGeom prst="rect">
            <a:avLst/>
          </a:prstGeom>
          <a:noFill/>
          <a:ln>
            <a:noFill/>
          </a:ln>
        </p:spPr>
      </p:pic>
      <p:pic>
        <p:nvPicPr>
          <p:cNvPr id="172" name="Google Shape;172;p29"/>
          <p:cNvPicPr preferRelativeResize="0"/>
          <p:nvPr/>
        </p:nvPicPr>
        <p:blipFill rotWithShape="1">
          <a:blip r:embed="rId3">
            <a:alphaModFix/>
          </a:blip>
          <a:srcRect b="32456" l="62064" r="18587" t="38863"/>
          <a:stretch/>
        </p:blipFill>
        <p:spPr>
          <a:xfrm>
            <a:off x="4981875" y="1073978"/>
            <a:ext cx="1730851" cy="1723221"/>
          </a:xfrm>
          <a:prstGeom prst="rect">
            <a:avLst/>
          </a:prstGeom>
          <a:noFill/>
          <a:ln>
            <a:noFill/>
          </a:ln>
        </p:spPr>
      </p:pic>
      <p:pic>
        <p:nvPicPr>
          <p:cNvPr id="173" name="Google Shape;173;p29"/>
          <p:cNvPicPr preferRelativeResize="0"/>
          <p:nvPr/>
        </p:nvPicPr>
        <p:blipFill rotWithShape="1">
          <a:blip r:embed="rId3">
            <a:alphaModFix/>
          </a:blip>
          <a:srcRect b="0" l="53925" r="26692" t="71269"/>
          <a:stretch/>
        </p:blipFill>
        <p:spPr>
          <a:xfrm>
            <a:off x="2784475" y="3117028"/>
            <a:ext cx="1730851" cy="1723221"/>
          </a:xfrm>
          <a:prstGeom prst="rect">
            <a:avLst/>
          </a:prstGeom>
          <a:noFill/>
          <a:ln>
            <a:noFill/>
          </a:ln>
        </p:spPr>
      </p:pic>
      <p:sp>
        <p:nvSpPr>
          <p:cNvPr id="174" name="Google Shape;174;p29"/>
          <p:cNvSpPr txBox="1"/>
          <p:nvPr>
            <p:ph type="ctrTitle"/>
          </p:nvPr>
        </p:nvSpPr>
        <p:spPr>
          <a:xfrm>
            <a:off x="75" y="337425"/>
            <a:ext cx="9144000" cy="6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100"/>
              <a:t>Company</a:t>
            </a:r>
            <a:r>
              <a:rPr lang="es" sz="3100"/>
              <a:t> Size:</a:t>
            </a:r>
            <a:endParaRPr sz="3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5" name="Google Shape;175;p29"/>
          <p:cNvSpPr txBox="1"/>
          <p:nvPr/>
        </p:nvSpPr>
        <p:spPr>
          <a:xfrm>
            <a:off x="1053600" y="1073975"/>
            <a:ext cx="1730700" cy="161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Revenue:</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(2024)</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~134.8 Bil</a:t>
            </a:r>
            <a:endParaRPr sz="2000">
              <a:solidFill>
                <a:schemeClr val="lt1"/>
              </a:solidFill>
              <a:latin typeface="Open Sans Light"/>
              <a:ea typeface="Open Sans Light"/>
              <a:cs typeface="Open Sans Light"/>
              <a:sym typeface="Open Sans Light"/>
            </a:endParaRPr>
          </a:p>
        </p:txBody>
      </p:sp>
      <p:sp>
        <p:nvSpPr>
          <p:cNvPr id="176" name="Google Shape;176;p29"/>
          <p:cNvSpPr txBox="1"/>
          <p:nvPr/>
        </p:nvSpPr>
        <p:spPr>
          <a:xfrm>
            <a:off x="2784725" y="3117025"/>
            <a:ext cx="1730700" cy="17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Employees:</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~100,000+</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Worldwide</a:t>
            </a:r>
            <a:endParaRPr sz="2000">
              <a:solidFill>
                <a:schemeClr val="lt1"/>
              </a:solidFill>
              <a:latin typeface="Open Sans Light"/>
              <a:ea typeface="Open Sans Light"/>
              <a:cs typeface="Open Sans Light"/>
              <a:sym typeface="Open Sans Light"/>
            </a:endParaRPr>
          </a:p>
        </p:txBody>
      </p:sp>
      <p:sp>
        <p:nvSpPr>
          <p:cNvPr id="177" name="Google Shape;177;p29"/>
          <p:cNvSpPr txBox="1"/>
          <p:nvPr/>
        </p:nvSpPr>
        <p:spPr>
          <a:xfrm>
            <a:off x="5015200" y="1026375"/>
            <a:ext cx="1730700" cy="17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Wireless</a:t>
            </a:r>
            <a:r>
              <a:rPr lang="es" sz="2000">
                <a:solidFill>
                  <a:schemeClr val="lt1"/>
                </a:solidFill>
                <a:latin typeface="Open Sans Light"/>
                <a:ea typeface="Open Sans Light"/>
                <a:cs typeface="Open Sans Light"/>
                <a:sym typeface="Open Sans Light"/>
              </a:rPr>
              <a:t> Retail Connections:</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Over 146 mil</a:t>
            </a:r>
            <a:endParaRPr sz="2000">
              <a:solidFill>
                <a:schemeClr val="lt1"/>
              </a:solidFill>
              <a:latin typeface="Open Sans Light"/>
              <a:ea typeface="Open Sans Light"/>
              <a:cs typeface="Open Sans Light"/>
              <a:sym typeface="Open Sans Light"/>
            </a:endParaRPr>
          </a:p>
        </p:txBody>
      </p:sp>
      <p:sp>
        <p:nvSpPr>
          <p:cNvPr id="178" name="Google Shape;178;p29"/>
          <p:cNvSpPr txBox="1"/>
          <p:nvPr/>
        </p:nvSpPr>
        <p:spPr>
          <a:xfrm>
            <a:off x="6904650" y="3079100"/>
            <a:ext cx="1731000" cy="161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Market Ranking:</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t/>
            </a:r>
            <a:endParaRPr sz="2000">
              <a:solidFill>
                <a:schemeClr val="lt1"/>
              </a:solidFill>
              <a:latin typeface="Open Sans Light"/>
              <a:ea typeface="Open Sans Light"/>
              <a:cs typeface="Open Sans Light"/>
              <a:sym typeface="Open Sans Light"/>
            </a:endParaRPr>
          </a:p>
          <a:p>
            <a:pPr indent="0" lvl="0" marL="0" rtl="0" algn="ctr">
              <a:spcBef>
                <a:spcPts val="0"/>
              </a:spcBef>
              <a:spcAft>
                <a:spcPts val="0"/>
              </a:spcAft>
              <a:buNone/>
            </a:pPr>
            <a:r>
              <a:rPr lang="es" sz="2000">
                <a:solidFill>
                  <a:schemeClr val="lt1"/>
                </a:solidFill>
                <a:latin typeface="Open Sans Light"/>
                <a:ea typeface="Open Sans Light"/>
                <a:cs typeface="Open Sans Light"/>
                <a:sym typeface="Open Sans Light"/>
              </a:rPr>
              <a:t>Fortune</a:t>
            </a:r>
            <a:r>
              <a:rPr lang="es" sz="2000">
                <a:solidFill>
                  <a:schemeClr val="lt1"/>
                </a:solidFill>
                <a:latin typeface="Open Sans Light"/>
                <a:ea typeface="Open Sans Light"/>
                <a:cs typeface="Open Sans Light"/>
                <a:sym typeface="Open Sans Light"/>
              </a:rPr>
              <a:t> 30 Company</a:t>
            </a:r>
            <a:endParaRPr sz="2000">
              <a:solidFill>
                <a:schemeClr val="lt1"/>
              </a:solidFill>
              <a:latin typeface="Open Sans Light"/>
              <a:ea typeface="Open Sans Light"/>
              <a:cs typeface="Open Sans Light"/>
              <a:sym typeface="Open Sans Light"/>
            </a:endParaRPr>
          </a:p>
        </p:txBody>
      </p:sp>
      <p:sp>
        <p:nvSpPr>
          <p:cNvPr id="179" name="Google Shape;179;p29"/>
          <p:cNvSpPr txBox="1"/>
          <p:nvPr/>
        </p:nvSpPr>
        <p:spPr>
          <a:xfrm>
            <a:off x="7767725" y="4828600"/>
            <a:ext cx="1376100" cy="3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Open Sans Light"/>
                <a:ea typeface="Open Sans Light"/>
                <a:cs typeface="Open Sans Light"/>
                <a:sym typeface="Open Sans Light"/>
              </a:rPr>
              <a:t>Allison Ridlovsky</a:t>
            </a:r>
            <a:endParaRPr sz="1200">
              <a:solidFill>
                <a:schemeClr val="dk1"/>
              </a:solidFill>
              <a:latin typeface="Open Sans Light"/>
              <a:ea typeface="Open Sans Light"/>
              <a:cs typeface="Open Sans Light"/>
              <a:sym typeface="Open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nvSpPr>
        <p:spPr>
          <a:xfrm>
            <a:off x="0" y="341450"/>
            <a:ext cx="9144000" cy="61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800" u="sng">
                <a:solidFill>
                  <a:schemeClr val="dk1"/>
                </a:solidFill>
                <a:latin typeface="Open Sans Light"/>
                <a:ea typeface="Open Sans Light"/>
                <a:cs typeface="Open Sans Light"/>
                <a:sym typeface="Open Sans Light"/>
              </a:rPr>
              <a:t>Global/Regional Footprint:</a:t>
            </a:r>
            <a:endParaRPr sz="2800" u="sng">
              <a:solidFill>
                <a:schemeClr val="dk1"/>
              </a:solidFill>
              <a:latin typeface="Open Sans Light"/>
              <a:ea typeface="Open Sans Light"/>
              <a:cs typeface="Open Sans Light"/>
              <a:sym typeface="Open Sans Light"/>
            </a:endParaRPr>
          </a:p>
          <a:p>
            <a:pPr indent="0" lvl="0" marL="0" rtl="0" algn="ctr">
              <a:spcBef>
                <a:spcPts val="0"/>
              </a:spcBef>
              <a:spcAft>
                <a:spcPts val="0"/>
              </a:spcAft>
              <a:buNone/>
            </a:pPr>
            <a:r>
              <a:t/>
            </a:r>
            <a:endParaRPr sz="2800" u="sng">
              <a:solidFill>
                <a:schemeClr val="dk1"/>
              </a:solidFill>
              <a:latin typeface="Open Sans Light"/>
              <a:ea typeface="Open Sans Light"/>
              <a:cs typeface="Open Sans Light"/>
              <a:sym typeface="Open Sans Light"/>
            </a:endParaRPr>
          </a:p>
        </p:txBody>
      </p:sp>
      <p:sp>
        <p:nvSpPr>
          <p:cNvPr id="185" name="Google Shape;185;p30"/>
          <p:cNvSpPr txBox="1"/>
          <p:nvPr/>
        </p:nvSpPr>
        <p:spPr>
          <a:xfrm>
            <a:off x="269575" y="1006425"/>
            <a:ext cx="8554500" cy="39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300">
                <a:solidFill>
                  <a:schemeClr val="dk1"/>
                </a:solidFill>
                <a:latin typeface="Open Sans"/>
                <a:ea typeface="Open Sans"/>
                <a:cs typeface="Open Sans"/>
                <a:sym typeface="Open Sans"/>
              </a:rPr>
              <a:t>Primary Market:</a:t>
            </a:r>
            <a:r>
              <a:rPr lang="es" sz="2300">
                <a:solidFill>
                  <a:schemeClr val="dk1"/>
                </a:solidFill>
                <a:latin typeface="Open Sans Light"/>
                <a:ea typeface="Open Sans Light"/>
                <a:cs typeface="Open Sans Light"/>
                <a:sym typeface="Open Sans Light"/>
              </a:rPr>
              <a:t> The United States</a:t>
            </a:r>
            <a:endParaRPr sz="2300">
              <a:solidFill>
                <a:schemeClr val="dk1"/>
              </a:solidFill>
              <a:latin typeface="Open Sans Light"/>
              <a:ea typeface="Open Sans Light"/>
              <a:cs typeface="Open Sans Light"/>
              <a:sym typeface="Open Sans Light"/>
            </a:endParaRPr>
          </a:p>
          <a:p>
            <a:pPr indent="-361950" lvl="0" marL="457200" rtl="0" algn="l">
              <a:spcBef>
                <a:spcPts val="0"/>
              </a:spcBef>
              <a:spcAft>
                <a:spcPts val="0"/>
              </a:spcAft>
              <a:buClr>
                <a:schemeClr val="dk1"/>
              </a:buClr>
              <a:buSzPts val="2100"/>
              <a:buFont typeface="Open Sans Light"/>
              <a:buChar char="-"/>
            </a:pPr>
            <a:r>
              <a:rPr lang="es" sz="2100">
                <a:solidFill>
                  <a:schemeClr val="dk1"/>
                </a:solidFill>
                <a:latin typeface="Open Sans Light"/>
                <a:ea typeface="Open Sans Light"/>
                <a:cs typeface="Open Sans Light"/>
                <a:sym typeface="Open Sans Light"/>
              </a:rPr>
              <a:t>The </a:t>
            </a:r>
            <a:r>
              <a:rPr lang="es" sz="2100">
                <a:solidFill>
                  <a:schemeClr val="dk1"/>
                </a:solidFill>
                <a:latin typeface="Open Sans Light"/>
                <a:ea typeface="Open Sans Light"/>
                <a:cs typeface="Open Sans Light"/>
                <a:sym typeface="Open Sans Light"/>
              </a:rPr>
              <a:t>largest</a:t>
            </a:r>
            <a:r>
              <a:rPr lang="es" sz="2100">
                <a:solidFill>
                  <a:schemeClr val="dk1"/>
                </a:solidFill>
                <a:latin typeface="Open Sans Light"/>
                <a:ea typeface="Open Sans Light"/>
                <a:cs typeface="Open Sans Light"/>
                <a:sym typeface="Open Sans Light"/>
              </a:rPr>
              <a:t> customer base and operations</a:t>
            </a:r>
            <a:endParaRPr sz="21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rPr b="1" lang="es" sz="2300">
                <a:solidFill>
                  <a:schemeClr val="dk1"/>
                </a:solidFill>
                <a:latin typeface="Open Sans"/>
                <a:ea typeface="Open Sans"/>
                <a:cs typeface="Open Sans"/>
                <a:sym typeface="Open Sans"/>
              </a:rPr>
              <a:t>Global Reach:</a:t>
            </a:r>
            <a:endParaRPr b="1" sz="2300">
              <a:solidFill>
                <a:schemeClr val="dk1"/>
              </a:solidFill>
              <a:latin typeface="Open Sans"/>
              <a:ea typeface="Open Sans"/>
              <a:cs typeface="Open Sans"/>
              <a:sym typeface="Open Sans"/>
            </a:endParaRPr>
          </a:p>
          <a:p>
            <a:pPr indent="-361950" lvl="0" marL="457200" rtl="0" algn="l">
              <a:spcBef>
                <a:spcPts val="0"/>
              </a:spcBef>
              <a:spcAft>
                <a:spcPts val="0"/>
              </a:spcAft>
              <a:buClr>
                <a:schemeClr val="dk1"/>
              </a:buClr>
              <a:buSzPts val="2100"/>
              <a:buFont typeface="Open Sans Light"/>
              <a:buChar char="-"/>
            </a:pPr>
            <a:r>
              <a:rPr lang="es" sz="2100">
                <a:solidFill>
                  <a:schemeClr val="dk1"/>
                </a:solidFill>
                <a:latin typeface="Open Sans Light"/>
                <a:ea typeface="Open Sans Light"/>
                <a:cs typeface="Open Sans Light"/>
                <a:sym typeface="Open Sans Light"/>
              </a:rPr>
              <a:t>Services and enterprise customers in many countries</a:t>
            </a:r>
            <a:endParaRPr sz="2100">
              <a:solidFill>
                <a:schemeClr val="dk1"/>
              </a:solidFill>
              <a:latin typeface="Open Sans Light"/>
              <a:ea typeface="Open Sans Light"/>
              <a:cs typeface="Open Sans Light"/>
              <a:sym typeface="Open Sans Light"/>
            </a:endParaRPr>
          </a:p>
          <a:p>
            <a:pPr indent="-361950" lvl="0" marL="457200" rtl="0" algn="l">
              <a:spcBef>
                <a:spcPts val="0"/>
              </a:spcBef>
              <a:spcAft>
                <a:spcPts val="0"/>
              </a:spcAft>
              <a:buClr>
                <a:schemeClr val="dk1"/>
              </a:buClr>
              <a:buSzPts val="2100"/>
              <a:buFont typeface="Open Sans Light"/>
              <a:buChar char="-"/>
            </a:pPr>
            <a:r>
              <a:rPr lang="es" sz="2100">
                <a:solidFill>
                  <a:schemeClr val="dk1"/>
                </a:solidFill>
                <a:latin typeface="Open Sans Light"/>
                <a:ea typeface="Open Sans Light"/>
                <a:cs typeface="Open Sans Light"/>
                <a:sym typeface="Open Sans Light"/>
              </a:rPr>
              <a:t>Presence/coverage in 150+ countries via partners &amp; global enterprise services</a:t>
            </a:r>
            <a:endParaRPr sz="21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rPr b="1" lang="es" sz="2300">
                <a:solidFill>
                  <a:schemeClr val="dk1"/>
                </a:solidFill>
                <a:latin typeface="Open Sans"/>
                <a:ea typeface="Open Sans"/>
                <a:cs typeface="Open Sans"/>
                <a:sym typeface="Open Sans"/>
              </a:rPr>
              <a:t>Network Expansion:</a:t>
            </a:r>
            <a:endParaRPr b="1" sz="2300">
              <a:solidFill>
                <a:schemeClr val="dk1"/>
              </a:solidFill>
              <a:latin typeface="Open Sans"/>
              <a:ea typeface="Open Sans"/>
              <a:cs typeface="Open Sans"/>
              <a:sym typeface="Open Sans"/>
            </a:endParaRPr>
          </a:p>
          <a:p>
            <a:pPr indent="-361950" lvl="0" marL="457200" rtl="0" algn="l">
              <a:spcBef>
                <a:spcPts val="0"/>
              </a:spcBef>
              <a:spcAft>
                <a:spcPts val="0"/>
              </a:spcAft>
              <a:buClr>
                <a:schemeClr val="dk1"/>
              </a:buClr>
              <a:buSzPts val="2100"/>
              <a:buFont typeface="Open Sans Light"/>
              <a:buChar char="-"/>
            </a:pPr>
            <a:r>
              <a:rPr lang="es" sz="2100">
                <a:solidFill>
                  <a:schemeClr val="dk1"/>
                </a:solidFill>
                <a:latin typeface="Open Sans Light"/>
                <a:ea typeface="Open Sans Light"/>
                <a:cs typeface="Open Sans Light"/>
                <a:sym typeface="Open Sans Light"/>
              </a:rPr>
              <a:t>strategic transactions (such as proposed Frontier Fiber </a:t>
            </a:r>
            <a:r>
              <a:rPr lang="es" sz="2100">
                <a:solidFill>
                  <a:schemeClr val="dk1"/>
                </a:solidFill>
                <a:latin typeface="Open Sans Light"/>
                <a:ea typeface="Open Sans Light"/>
                <a:cs typeface="Open Sans Light"/>
                <a:sym typeface="Open Sans Light"/>
              </a:rPr>
              <a:t>Acquisition</a:t>
            </a:r>
            <a:r>
              <a:rPr lang="es" sz="2100">
                <a:solidFill>
                  <a:schemeClr val="dk1"/>
                </a:solidFill>
                <a:latin typeface="Open Sans Light"/>
                <a:ea typeface="Open Sans Light"/>
                <a:cs typeface="Open Sans Light"/>
                <a:sym typeface="Open Sans Light"/>
              </a:rPr>
              <a:t>) are being used to expand fiber footprint regionally in the U.S. and </a:t>
            </a:r>
            <a:r>
              <a:rPr lang="es" sz="2100">
                <a:solidFill>
                  <a:schemeClr val="dk1"/>
                </a:solidFill>
                <a:latin typeface="Open Sans Light"/>
                <a:ea typeface="Open Sans Light"/>
                <a:cs typeface="Open Sans Light"/>
                <a:sym typeface="Open Sans Light"/>
              </a:rPr>
              <a:t>strengthen</a:t>
            </a:r>
            <a:r>
              <a:rPr lang="es" sz="2100">
                <a:solidFill>
                  <a:schemeClr val="dk1"/>
                </a:solidFill>
                <a:latin typeface="Open Sans Light"/>
                <a:ea typeface="Open Sans Light"/>
                <a:cs typeface="Open Sans Light"/>
                <a:sym typeface="Open Sans Light"/>
              </a:rPr>
              <a:t> broadband reach </a:t>
            </a:r>
            <a:endParaRPr sz="21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t/>
            </a:r>
            <a:endParaRPr sz="2000">
              <a:solidFill>
                <a:schemeClr val="dk1"/>
              </a:solidFill>
              <a:latin typeface="Open Sans Light"/>
              <a:ea typeface="Open Sans Light"/>
              <a:cs typeface="Open Sans Light"/>
              <a:sym typeface="Open Sans Light"/>
            </a:endParaRPr>
          </a:p>
        </p:txBody>
      </p:sp>
      <p:sp>
        <p:nvSpPr>
          <p:cNvPr id="186" name="Google Shape;186;p30"/>
          <p:cNvSpPr txBox="1"/>
          <p:nvPr/>
        </p:nvSpPr>
        <p:spPr>
          <a:xfrm>
            <a:off x="7760050" y="4811950"/>
            <a:ext cx="1383900" cy="3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Open Sans Light"/>
                <a:ea typeface="Open Sans Light"/>
                <a:cs typeface="Open Sans Light"/>
                <a:sym typeface="Open Sans Light"/>
              </a:rPr>
              <a:t>Allison Ridlovsky</a:t>
            </a:r>
            <a:endParaRPr sz="1200">
              <a:solidFill>
                <a:schemeClr val="dk1"/>
              </a:solidFill>
              <a:latin typeface="Open Sans Light"/>
              <a:ea typeface="Open Sans Light"/>
              <a:cs typeface="Open Sans Light"/>
              <a:sym typeface="Open Sans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p:nvPr/>
        </p:nvSpPr>
        <p:spPr>
          <a:xfrm flipH="1">
            <a:off x="-39700" y="540000"/>
            <a:ext cx="2030700" cy="147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 name="Google Shape;192;p31"/>
          <p:cNvPicPr preferRelativeResize="0"/>
          <p:nvPr/>
        </p:nvPicPr>
        <p:blipFill rotWithShape="1">
          <a:blip r:embed="rId3">
            <a:alphaModFix/>
          </a:blip>
          <a:srcRect b="0" l="2714" r="2714" t="0"/>
          <a:stretch/>
        </p:blipFill>
        <p:spPr>
          <a:xfrm flipH="1">
            <a:off x="4361900" y="1730775"/>
            <a:ext cx="4825200" cy="2870100"/>
          </a:xfrm>
          <a:prstGeom prst="rect">
            <a:avLst/>
          </a:prstGeom>
          <a:noFill/>
          <a:ln>
            <a:noFill/>
          </a:ln>
        </p:spPr>
      </p:pic>
      <p:sp>
        <p:nvSpPr>
          <p:cNvPr id="193" name="Google Shape;193;p31"/>
          <p:cNvSpPr/>
          <p:nvPr/>
        </p:nvSpPr>
        <p:spPr>
          <a:xfrm flipH="1">
            <a:off x="578725" y="1404925"/>
            <a:ext cx="4790700" cy="25383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94" name="Google Shape;194;p31"/>
          <p:cNvSpPr txBox="1"/>
          <p:nvPr>
            <p:ph idx="1" type="subTitle"/>
          </p:nvPr>
        </p:nvSpPr>
        <p:spPr>
          <a:xfrm>
            <a:off x="228500" y="2204700"/>
            <a:ext cx="4133400" cy="73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 sz="3200">
                <a:latin typeface="DM Serif Display"/>
                <a:ea typeface="DM Serif Display"/>
                <a:cs typeface="DM Serif Display"/>
                <a:sym typeface="DM Serif Display"/>
              </a:rPr>
              <a:t>“</a:t>
            </a:r>
            <a:r>
              <a:rPr b="1" lang="es" sz="3200">
                <a:latin typeface="DM Serif Display"/>
                <a:ea typeface="DM Serif Display"/>
                <a:cs typeface="DM Serif Display"/>
                <a:sym typeface="DM Serif Display"/>
              </a:rPr>
              <a:t>We power and empower how people live, work and play.”</a:t>
            </a:r>
            <a:endParaRPr b="1" sz="3200">
              <a:latin typeface="DM Serif Display"/>
              <a:ea typeface="DM Serif Display"/>
              <a:cs typeface="DM Serif Display"/>
              <a:sym typeface="DM Serif Display"/>
            </a:endParaRPr>
          </a:p>
        </p:txBody>
      </p:sp>
      <p:sp>
        <p:nvSpPr>
          <p:cNvPr id="195" name="Google Shape;195;p31"/>
          <p:cNvSpPr txBox="1"/>
          <p:nvPr>
            <p:ph type="title"/>
          </p:nvPr>
        </p:nvSpPr>
        <p:spPr>
          <a:xfrm flipH="1">
            <a:off x="5350997" y="2123400"/>
            <a:ext cx="2847000" cy="89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solidFill>
                  <a:schemeClr val="lt1"/>
                </a:solidFill>
              </a:rPr>
              <a:t>Mission Statement</a:t>
            </a:r>
            <a:endParaRPr>
              <a:solidFill>
                <a:schemeClr val="lt1"/>
              </a:solidFill>
            </a:endParaRPr>
          </a:p>
        </p:txBody>
      </p:sp>
      <p:sp>
        <p:nvSpPr>
          <p:cNvPr id="196" name="Google Shape;196;p31"/>
          <p:cNvSpPr txBox="1"/>
          <p:nvPr/>
        </p:nvSpPr>
        <p:spPr>
          <a:xfrm>
            <a:off x="7796900" y="4635600"/>
            <a:ext cx="120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Open Sans Light"/>
                <a:ea typeface="Open Sans Light"/>
                <a:cs typeface="Open Sans Light"/>
                <a:sym typeface="Open Sans Light"/>
              </a:rPr>
              <a:t>Dora Do</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2"/>
          <p:cNvPicPr preferRelativeResize="0"/>
          <p:nvPr/>
        </p:nvPicPr>
        <p:blipFill rotWithShape="1">
          <a:blip r:embed="rId3">
            <a:alphaModFix/>
          </a:blip>
          <a:srcRect b="1663" l="0" r="0" t="1672"/>
          <a:stretch/>
        </p:blipFill>
        <p:spPr>
          <a:xfrm>
            <a:off x="0" y="0"/>
            <a:ext cx="3026574" cy="4603500"/>
          </a:xfrm>
          <a:prstGeom prst="rect">
            <a:avLst/>
          </a:prstGeom>
          <a:noFill/>
          <a:ln>
            <a:noFill/>
          </a:ln>
        </p:spPr>
      </p:pic>
      <p:pic>
        <p:nvPicPr>
          <p:cNvPr id="202" name="Google Shape;202;p32" title="verizon-wireless-verizon-communications-logo-verizon-fios-internet-png-favpng-gdvTzthCGNVqtGGuCdjhMTJRa-Picsart-BackgroundRemover.jpg"/>
          <p:cNvPicPr preferRelativeResize="0"/>
          <p:nvPr/>
        </p:nvPicPr>
        <p:blipFill rotWithShape="1">
          <a:blip r:embed="rId4">
            <a:alphaModFix/>
          </a:blip>
          <a:srcRect b="0" l="-1220" r="1220" t="0"/>
          <a:stretch/>
        </p:blipFill>
        <p:spPr>
          <a:xfrm>
            <a:off x="4580776" y="0"/>
            <a:ext cx="3026576" cy="959650"/>
          </a:xfrm>
          <a:prstGeom prst="rect">
            <a:avLst/>
          </a:prstGeom>
          <a:noFill/>
          <a:ln>
            <a:noFill/>
          </a:ln>
        </p:spPr>
      </p:pic>
      <p:sp>
        <p:nvSpPr>
          <p:cNvPr id="203" name="Google Shape;203;p32"/>
          <p:cNvSpPr txBox="1"/>
          <p:nvPr>
            <p:ph idx="2" type="ctrTitle"/>
          </p:nvPr>
        </p:nvSpPr>
        <p:spPr>
          <a:xfrm>
            <a:off x="3588347" y="1117225"/>
            <a:ext cx="1879200" cy="811200"/>
          </a:xfrm>
          <a:prstGeom prst="rect">
            <a:avLst/>
          </a:prstGeom>
        </p:spPr>
        <p:txBody>
          <a:bodyPr anchorCtr="0" anchor="b" bIns="128325" lIns="128325" spcFirstLastPara="1" rIns="128325" wrap="square" tIns="128325">
            <a:noAutofit/>
          </a:bodyPr>
          <a:lstStyle/>
          <a:p>
            <a:pPr indent="0" lvl="0" marL="0" rtl="0" algn="ctr">
              <a:spcBef>
                <a:spcPts val="0"/>
              </a:spcBef>
              <a:spcAft>
                <a:spcPts val="0"/>
              </a:spcAft>
              <a:buNone/>
            </a:pPr>
            <a:r>
              <a:rPr lang="es" sz="1965"/>
              <a:t>TRUST</a:t>
            </a:r>
            <a:endParaRPr sz="1965"/>
          </a:p>
        </p:txBody>
      </p:sp>
      <p:sp>
        <p:nvSpPr>
          <p:cNvPr id="204" name="Google Shape;204;p32"/>
          <p:cNvSpPr txBox="1"/>
          <p:nvPr>
            <p:ph idx="3" type="subTitle"/>
          </p:nvPr>
        </p:nvSpPr>
        <p:spPr>
          <a:xfrm>
            <a:off x="3100238" y="1820654"/>
            <a:ext cx="2855400" cy="1339800"/>
          </a:xfrm>
          <a:prstGeom prst="rect">
            <a:avLst/>
          </a:prstGeom>
        </p:spPr>
        <p:txBody>
          <a:bodyPr anchorCtr="0" anchor="t" bIns="128325" lIns="128325" spcFirstLastPara="1" rIns="128325" wrap="square" tIns="128325">
            <a:spAutoFit/>
          </a:bodyPr>
          <a:lstStyle/>
          <a:p>
            <a:pPr indent="0" lvl="0" marL="0" rtl="0" algn="ctr">
              <a:spcBef>
                <a:spcPts val="0"/>
              </a:spcBef>
              <a:spcAft>
                <a:spcPts val="0"/>
              </a:spcAft>
              <a:buNone/>
            </a:pPr>
            <a:r>
              <a:rPr lang="es" sz="1404"/>
              <a:t>“</a:t>
            </a:r>
            <a:r>
              <a:rPr lang="es" sz="1404"/>
              <a:t>We build trust in what we do every day for customers and each other.”</a:t>
            </a:r>
            <a:endParaRPr sz="1404"/>
          </a:p>
          <a:p>
            <a:pPr indent="0" lvl="0" marL="0" rtl="0" algn="ctr">
              <a:spcBef>
                <a:spcPts val="0"/>
              </a:spcBef>
              <a:spcAft>
                <a:spcPts val="0"/>
              </a:spcAft>
              <a:buNone/>
            </a:pPr>
            <a:r>
              <a:t/>
            </a:r>
            <a:endParaRPr sz="1404"/>
          </a:p>
          <a:p>
            <a:pPr indent="0" lvl="0" marL="0" rtl="0" algn="ctr">
              <a:spcBef>
                <a:spcPts val="0"/>
              </a:spcBef>
              <a:spcAft>
                <a:spcPts val="0"/>
              </a:spcAft>
              <a:buNone/>
            </a:pPr>
            <a:r>
              <a:t/>
            </a:r>
            <a:endParaRPr sz="1404"/>
          </a:p>
        </p:txBody>
      </p:sp>
      <p:sp>
        <p:nvSpPr>
          <p:cNvPr id="205" name="Google Shape;205;p32"/>
          <p:cNvSpPr txBox="1"/>
          <p:nvPr>
            <p:ph idx="9" type="ctrTitle"/>
          </p:nvPr>
        </p:nvSpPr>
        <p:spPr>
          <a:xfrm>
            <a:off x="185775" y="1801500"/>
            <a:ext cx="2956200" cy="154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solidFill>
                  <a:schemeClr val="lt1"/>
                </a:solidFill>
              </a:rPr>
              <a:t>Verizon’s values</a:t>
            </a:r>
            <a:endParaRPr sz="2800">
              <a:solidFill>
                <a:schemeClr val="lt1"/>
              </a:solidFill>
            </a:endParaRPr>
          </a:p>
        </p:txBody>
      </p:sp>
      <p:sp>
        <p:nvSpPr>
          <p:cNvPr id="206" name="Google Shape;206;p32"/>
          <p:cNvSpPr txBox="1"/>
          <p:nvPr>
            <p:ph idx="2" type="ctrTitle"/>
          </p:nvPr>
        </p:nvSpPr>
        <p:spPr>
          <a:xfrm>
            <a:off x="5219310" y="2863625"/>
            <a:ext cx="1879200" cy="811200"/>
          </a:xfrm>
          <a:prstGeom prst="rect">
            <a:avLst/>
          </a:prstGeom>
        </p:spPr>
        <p:txBody>
          <a:bodyPr anchorCtr="0" anchor="b" bIns="128325" lIns="128325" spcFirstLastPara="1" rIns="128325" wrap="square" tIns="128325">
            <a:noAutofit/>
          </a:bodyPr>
          <a:lstStyle/>
          <a:p>
            <a:pPr indent="0" lvl="0" marL="0" rtl="0" algn="ctr">
              <a:spcBef>
                <a:spcPts val="0"/>
              </a:spcBef>
              <a:spcAft>
                <a:spcPts val="0"/>
              </a:spcAft>
              <a:buNone/>
            </a:pPr>
            <a:r>
              <a:rPr lang="es" sz="1965"/>
              <a:t>EXCELLENCE</a:t>
            </a:r>
            <a:endParaRPr sz="1965"/>
          </a:p>
        </p:txBody>
      </p:sp>
      <p:sp>
        <p:nvSpPr>
          <p:cNvPr id="207" name="Google Shape;207;p32"/>
          <p:cNvSpPr txBox="1"/>
          <p:nvPr>
            <p:ph idx="3" type="subTitle"/>
          </p:nvPr>
        </p:nvSpPr>
        <p:spPr>
          <a:xfrm>
            <a:off x="4731250" y="3567054"/>
            <a:ext cx="2855400" cy="1339800"/>
          </a:xfrm>
          <a:prstGeom prst="rect">
            <a:avLst/>
          </a:prstGeom>
        </p:spPr>
        <p:txBody>
          <a:bodyPr anchorCtr="0" anchor="t" bIns="128325" lIns="128325" spcFirstLastPara="1" rIns="128325" wrap="square" tIns="128325">
            <a:spAutoFit/>
          </a:bodyPr>
          <a:lstStyle/>
          <a:p>
            <a:pPr indent="0" lvl="0" marL="0" rtl="0" algn="ctr">
              <a:spcBef>
                <a:spcPts val="0"/>
              </a:spcBef>
              <a:spcAft>
                <a:spcPts val="0"/>
              </a:spcAft>
              <a:buNone/>
            </a:pPr>
            <a:r>
              <a:rPr lang="es" sz="1404"/>
              <a:t>“</a:t>
            </a:r>
            <a:r>
              <a:rPr lang="es" sz="1404"/>
              <a:t>We strive for excellence with the highest standards of performance and quality</a:t>
            </a:r>
            <a:r>
              <a:rPr lang="es" sz="1404"/>
              <a:t>.”</a:t>
            </a:r>
            <a:endParaRPr sz="1404"/>
          </a:p>
          <a:p>
            <a:pPr indent="0" lvl="0" marL="0" rtl="0" algn="ctr">
              <a:spcBef>
                <a:spcPts val="0"/>
              </a:spcBef>
              <a:spcAft>
                <a:spcPts val="0"/>
              </a:spcAft>
              <a:buNone/>
            </a:pPr>
            <a:r>
              <a:t/>
            </a:r>
            <a:endParaRPr sz="1404"/>
          </a:p>
          <a:p>
            <a:pPr indent="0" lvl="0" marL="0" rtl="0" algn="ctr">
              <a:spcBef>
                <a:spcPts val="0"/>
              </a:spcBef>
              <a:spcAft>
                <a:spcPts val="0"/>
              </a:spcAft>
              <a:buNone/>
            </a:pPr>
            <a:r>
              <a:t/>
            </a:r>
            <a:endParaRPr sz="1404"/>
          </a:p>
        </p:txBody>
      </p:sp>
      <p:sp>
        <p:nvSpPr>
          <p:cNvPr id="208" name="Google Shape;208;p32"/>
          <p:cNvSpPr txBox="1"/>
          <p:nvPr>
            <p:ph idx="2" type="ctrTitle"/>
          </p:nvPr>
        </p:nvSpPr>
        <p:spPr>
          <a:xfrm>
            <a:off x="6850322" y="1117225"/>
            <a:ext cx="1879200" cy="811200"/>
          </a:xfrm>
          <a:prstGeom prst="rect">
            <a:avLst/>
          </a:prstGeom>
        </p:spPr>
        <p:txBody>
          <a:bodyPr anchorCtr="0" anchor="b" bIns="128325" lIns="128325" spcFirstLastPara="1" rIns="128325" wrap="square" tIns="128325">
            <a:noAutofit/>
          </a:bodyPr>
          <a:lstStyle/>
          <a:p>
            <a:pPr indent="0" lvl="0" marL="0" rtl="0" algn="ctr">
              <a:spcBef>
                <a:spcPts val="0"/>
              </a:spcBef>
              <a:spcAft>
                <a:spcPts val="0"/>
              </a:spcAft>
              <a:buNone/>
            </a:pPr>
            <a:r>
              <a:rPr lang="es" sz="1965"/>
              <a:t>CARE</a:t>
            </a:r>
            <a:endParaRPr sz="1965"/>
          </a:p>
        </p:txBody>
      </p:sp>
      <p:sp>
        <p:nvSpPr>
          <p:cNvPr id="209" name="Google Shape;209;p32"/>
          <p:cNvSpPr txBox="1"/>
          <p:nvPr>
            <p:ph idx="3" type="subTitle"/>
          </p:nvPr>
        </p:nvSpPr>
        <p:spPr>
          <a:xfrm>
            <a:off x="6610625" y="1820650"/>
            <a:ext cx="2358600" cy="1339800"/>
          </a:xfrm>
          <a:prstGeom prst="rect">
            <a:avLst/>
          </a:prstGeom>
        </p:spPr>
        <p:txBody>
          <a:bodyPr anchorCtr="0" anchor="t" bIns="128325" lIns="128325" spcFirstLastPara="1" rIns="128325" wrap="square" tIns="128325">
            <a:spAutoFit/>
          </a:bodyPr>
          <a:lstStyle/>
          <a:p>
            <a:pPr indent="0" lvl="0" marL="0" rtl="0" algn="ctr">
              <a:spcBef>
                <a:spcPts val="0"/>
              </a:spcBef>
              <a:spcAft>
                <a:spcPts val="0"/>
              </a:spcAft>
              <a:buNone/>
            </a:pPr>
            <a:r>
              <a:rPr lang="es" sz="1404"/>
              <a:t>“</a:t>
            </a:r>
            <a:r>
              <a:rPr lang="es" sz="1404"/>
              <a:t>We care about people and connecting them to what matters.</a:t>
            </a:r>
            <a:r>
              <a:rPr lang="es" sz="1404"/>
              <a:t>”</a:t>
            </a:r>
            <a:endParaRPr sz="1404"/>
          </a:p>
          <a:p>
            <a:pPr indent="0" lvl="0" marL="0" rtl="0" algn="ctr">
              <a:spcBef>
                <a:spcPts val="0"/>
              </a:spcBef>
              <a:spcAft>
                <a:spcPts val="0"/>
              </a:spcAft>
              <a:buNone/>
            </a:pPr>
            <a:r>
              <a:t/>
            </a:r>
            <a:endParaRPr sz="1404"/>
          </a:p>
          <a:p>
            <a:pPr indent="0" lvl="0" marL="0" rtl="0" algn="ctr">
              <a:spcBef>
                <a:spcPts val="0"/>
              </a:spcBef>
              <a:spcAft>
                <a:spcPts val="0"/>
              </a:spcAft>
              <a:buNone/>
            </a:pPr>
            <a:r>
              <a:t/>
            </a:r>
            <a:endParaRPr sz="1404"/>
          </a:p>
        </p:txBody>
      </p:sp>
      <p:sp>
        <p:nvSpPr>
          <p:cNvPr id="210" name="Google Shape;210;p32"/>
          <p:cNvSpPr txBox="1"/>
          <p:nvPr/>
        </p:nvSpPr>
        <p:spPr>
          <a:xfrm>
            <a:off x="7861775" y="4603500"/>
            <a:ext cx="120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Open Sans Light"/>
                <a:ea typeface="Open Sans Light"/>
                <a:cs typeface="Open Sans Light"/>
                <a:sym typeface="Open Sans Light"/>
              </a:rPr>
              <a:t>Dora Do</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4" name="Shape 214"/>
        <p:cNvGrpSpPr/>
        <p:nvPr/>
      </p:nvGrpSpPr>
      <p:grpSpPr>
        <a:xfrm>
          <a:off x="0" y="0"/>
          <a:ext cx="0" cy="0"/>
          <a:chOff x="0" y="0"/>
          <a:chExt cx="0" cy="0"/>
        </a:xfrm>
      </p:grpSpPr>
      <p:sp>
        <p:nvSpPr>
          <p:cNvPr id="215" name="Google Shape;215;p33"/>
          <p:cNvSpPr txBox="1"/>
          <p:nvPr>
            <p:ph type="ctrTitle"/>
          </p:nvPr>
        </p:nvSpPr>
        <p:spPr>
          <a:xfrm>
            <a:off x="868400" y="1219425"/>
            <a:ext cx="2619300" cy="4311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spAutoFit/>
          </a:bodyPr>
          <a:lstStyle/>
          <a:p>
            <a:pPr indent="0" lvl="0" marL="0" rtl="0" algn="ctr">
              <a:spcBef>
                <a:spcPts val="0"/>
              </a:spcBef>
              <a:spcAft>
                <a:spcPts val="0"/>
              </a:spcAft>
              <a:buNone/>
            </a:pPr>
            <a:r>
              <a:rPr lang="es">
                <a:solidFill>
                  <a:schemeClr val="lt1"/>
                </a:solidFill>
              </a:rPr>
              <a:t>NETWORK LEADERSHIP</a:t>
            </a:r>
            <a:endParaRPr>
              <a:solidFill>
                <a:schemeClr val="lt1"/>
              </a:solidFill>
            </a:endParaRPr>
          </a:p>
        </p:txBody>
      </p:sp>
      <p:sp>
        <p:nvSpPr>
          <p:cNvPr id="216" name="Google Shape;216;p33"/>
          <p:cNvSpPr txBox="1"/>
          <p:nvPr>
            <p:ph idx="1" type="subTitle"/>
          </p:nvPr>
        </p:nvSpPr>
        <p:spPr>
          <a:xfrm>
            <a:off x="503600" y="1694850"/>
            <a:ext cx="29841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Emphasizes its dedication to keeping the industry's highest network quality.</a:t>
            </a:r>
            <a:endParaRPr b="1">
              <a:solidFill>
                <a:schemeClr val="lt1"/>
              </a:solidFill>
              <a:latin typeface="Open Sans"/>
              <a:ea typeface="Open Sans"/>
              <a:cs typeface="Open Sans"/>
              <a:sym typeface="Open Sans"/>
            </a:endParaRPr>
          </a:p>
          <a:p>
            <a:pPr indent="-292100" lvl="0" marL="457200" rtl="0" algn="l">
              <a:spcBef>
                <a:spcPts val="1000"/>
              </a:spcBef>
              <a:spcAft>
                <a:spcPts val="1000"/>
              </a:spcAft>
              <a:buClr>
                <a:schemeClr val="lt1"/>
              </a:buClr>
              <a:buSzPts val="1000"/>
              <a:buFont typeface="Open Sans"/>
              <a:buChar char="●"/>
            </a:pPr>
            <a:r>
              <a:rPr b="1" lang="es">
                <a:solidFill>
                  <a:schemeClr val="lt1"/>
                </a:solidFill>
                <a:latin typeface="Open Sans"/>
                <a:ea typeface="Open Sans"/>
                <a:cs typeface="Open Sans"/>
                <a:sym typeface="Open Sans"/>
              </a:rPr>
              <a:t>Extending its 5G network, supporting modern technologies and delivering high-speed connectivity.</a:t>
            </a:r>
            <a:endParaRPr b="1">
              <a:solidFill>
                <a:schemeClr val="lt1"/>
              </a:solidFill>
              <a:latin typeface="Open Sans"/>
              <a:ea typeface="Open Sans"/>
              <a:cs typeface="Open Sans"/>
              <a:sym typeface="Open Sans"/>
            </a:endParaRPr>
          </a:p>
        </p:txBody>
      </p:sp>
      <p:grpSp>
        <p:nvGrpSpPr>
          <p:cNvPr id="217" name="Google Shape;217;p33"/>
          <p:cNvGrpSpPr/>
          <p:nvPr/>
        </p:nvGrpSpPr>
        <p:grpSpPr>
          <a:xfrm>
            <a:off x="293826" y="249791"/>
            <a:ext cx="5850179" cy="623541"/>
            <a:chOff x="6336019" y="3733725"/>
            <a:chExt cx="2566206" cy="351310"/>
          </a:xfrm>
        </p:grpSpPr>
        <p:sp>
          <p:nvSpPr>
            <p:cNvPr id="218" name="Google Shape;218;p33"/>
            <p:cNvSpPr/>
            <p:nvPr/>
          </p:nvSpPr>
          <p:spPr>
            <a:xfrm>
              <a:off x="6336019" y="3733735"/>
              <a:ext cx="1881300" cy="351300"/>
            </a:xfrm>
            <a:prstGeom prst="homePlate">
              <a:avLst>
                <a:gd fmla="val 50000" name="adj"/>
              </a:avLst>
            </a:prstGeom>
            <a:noFill/>
            <a:ln cap="flat" cmpd="sng" w="9525">
              <a:solidFill>
                <a:schemeClr val="lt1"/>
              </a:solidFill>
              <a:prstDash val="solid"/>
              <a:round/>
              <a:headEnd len="sm" w="sm" type="none"/>
              <a:tailEnd len="sm" w="sm" type="none"/>
            </a:ln>
          </p:spPr>
          <p:txBody>
            <a:bodyPr anchorCtr="0" anchor="ctr" bIns="273025" lIns="273025" spcFirstLastPara="1" rIns="273025" wrap="square" tIns="273025">
              <a:noAutofit/>
            </a:bodyPr>
            <a:lstStyle/>
            <a:p>
              <a:pPr indent="0" lvl="0" marL="0" rtl="0" algn="l">
                <a:spcBef>
                  <a:spcPts val="0"/>
                </a:spcBef>
                <a:spcAft>
                  <a:spcPts val="0"/>
                </a:spcAft>
                <a:buNone/>
              </a:pPr>
              <a:r>
                <a:rPr lang="es" sz="3200">
                  <a:solidFill>
                    <a:schemeClr val="lt1"/>
                  </a:solidFill>
                  <a:latin typeface="Open Sans ExtraBold"/>
                  <a:ea typeface="Open Sans ExtraBold"/>
                  <a:cs typeface="Open Sans ExtraBold"/>
                  <a:sym typeface="Open Sans ExtraBold"/>
                </a:rPr>
                <a:t>KEY STRATEGIES</a:t>
              </a:r>
              <a:endParaRPr sz="3200">
                <a:solidFill>
                  <a:schemeClr val="lt1"/>
                </a:solidFill>
                <a:latin typeface="Open Sans ExtraBold"/>
                <a:ea typeface="Open Sans ExtraBold"/>
                <a:cs typeface="Open Sans ExtraBold"/>
                <a:sym typeface="Open Sans ExtraBold"/>
              </a:endParaRPr>
            </a:p>
          </p:txBody>
        </p:sp>
        <p:sp>
          <p:nvSpPr>
            <p:cNvPr id="219" name="Google Shape;219;p33"/>
            <p:cNvSpPr/>
            <p:nvPr/>
          </p:nvSpPr>
          <p:spPr>
            <a:xfrm>
              <a:off x="8098525" y="3733725"/>
              <a:ext cx="346500" cy="351300"/>
            </a:xfrm>
            <a:prstGeom prst="chevron">
              <a:avLst>
                <a:gd fmla="val 50000" name="adj"/>
              </a:avLst>
            </a:prstGeom>
            <a:noFill/>
            <a:ln cap="flat" cmpd="sng" w="9525">
              <a:solidFill>
                <a:schemeClr val="lt1"/>
              </a:solidFill>
              <a:prstDash val="solid"/>
              <a:round/>
              <a:headEnd len="sm" w="sm" type="none"/>
              <a:tailEnd len="sm" w="sm" type="none"/>
            </a:ln>
          </p:spPr>
          <p:txBody>
            <a:bodyPr anchorCtr="0" anchor="ctr" bIns="273025" lIns="273025" spcFirstLastPara="1" rIns="273025" wrap="square" tIns="273025">
              <a:noAutofit/>
            </a:bodyPr>
            <a:lstStyle/>
            <a:p>
              <a:pPr indent="0" lvl="0" marL="0" rtl="0" algn="l">
                <a:spcBef>
                  <a:spcPts val="0"/>
                </a:spcBef>
                <a:spcAft>
                  <a:spcPts val="0"/>
                </a:spcAft>
                <a:buNone/>
              </a:pPr>
              <a:r>
                <a:t/>
              </a:r>
              <a:endParaRPr>
                <a:solidFill>
                  <a:schemeClr val="lt1"/>
                </a:solidFill>
              </a:endParaRPr>
            </a:p>
          </p:txBody>
        </p:sp>
        <p:sp>
          <p:nvSpPr>
            <p:cNvPr id="220" name="Google Shape;220;p33"/>
            <p:cNvSpPr/>
            <p:nvPr/>
          </p:nvSpPr>
          <p:spPr>
            <a:xfrm>
              <a:off x="8327125" y="3733725"/>
              <a:ext cx="346500" cy="351300"/>
            </a:xfrm>
            <a:prstGeom prst="chevron">
              <a:avLst>
                <a:gd fmla="val 50000" name="adj"/>
              </a:avLst>
            </a:prstGeom>
            <a:noFill/>
            <a:ln cap="flat" cmpd="sng" w="9525">
              <a:solidFill>
                <a:schemeClr val="lt1"/>
              </a:solidFill>
              <a:prstDash val="solid"/>
              <a:round/>
              <a:headEnd len="sm" w="sm" type="none"/>
              <a:tailEnd len="sm" w="sm" type="none"/>
            </a:ln>
          </p:spPr>
          <p:txBody>
            <a:bodyPr anchorCtr="0" anchor="ctr" bIns="273025" lIns="273025" spcFirstLastPara="1" rIns="273025" wrap="square" tIns="273025">
              <a:noAutofit/>
            </a:bodyPr>
            <a:lstStyle/>
            <a:p>
              <a:pPr indent="0" lvl="0" marL="0" rtl="0" algn="l">
                <a:spcBef>
                  <a:spcPts val="0"/>
                </a:spcBef>
                <a:spcAft>
                  <a:spcPts val="0"/>
                </a:spcAft>
                <a:buNone/>
              </a:pPr>
              <a:r>
                <a:t/>
              </a:r>
              <a:endParaRPr>
                <a:solidFill>
                  <a:schemeClr val="lt1"/>
                </a:solidFill>
              </a:endParaRPr>
            </a:p>
          </p:txBody>
        </p:sp>
        <p:sp>
          <p:nvSpPr>
            <p:cNvPr id="221" name="Google Shape;221;p33"/>
            <p:cNvSpPr/>
            <p:nvPr/>
          </p:nvSpPr>
          <p:spPr>
            <a:xfrm>
              <a:off x="8555725" y="3733725"/>
              <a:ext cx="346500" cy="351300"/>
            </a:xfrm>
            <a:prstGeom prst="chevron">
              <a:avLst>
                <a:gd fmla="val 50000" name="adj"/>
              </a:avLst>
            </a:prstGeom>
            <a:noFill/>
            <a:ln cap="flat" cmpd="sng" w="9525">
              <a:solidFill>
                <a:schemeClr val="lt1"/>
              </a:solidFill>
              <a:prstDash val="solid"/>
              <a:round/>
              <a:headEnd len="sm" w="sm" type="none"/>
              <a:tailEnd len="sm" w="sm" type="none"/>
            </a:ln>
          </p:spPr>
          <p:txBody>
            <a:bodyPr anchorCtr="0" anchor="ctr" bIns="273025" lIns="273025" spcFirstLastPara="1" rIns="273025" wrap="square" tIns="273025">
              <a:noAutofit/>
            </a:bodyPr>
            <a:lstStyle/>
            <a:p>
              <a:pPr indent="0" lvl="0" marL="0" rtl="0" algn="l">
                <a:spcBef>
                  <a:spcPts val="0"/>
                </a:spcBef>
                <a:spcAft>
                  <a:spcPts val="0"/>
                </a:spcAft>
                <a:buNone/>
              </a:pPr>
              <a:r>
                <a:t/>
              </a:r>
              <a:endParaRPr>
                <a:solidFill>
                  <a:schemeClr val="lt1"/>
                </a:solidFill>
              </a:endParaRPr>
            </a:p>
          </p:txBody>
        </p:sp>
      </p:grpSp>
      <p:sp>
        <p:nvSpPr>
          <p:cNvPr id="222" name="Google Shape;222;p33"/>
          <p:cNvSpPr txBox="1"/>
          <p:nvPr>
            <p:ph type="ctrTitle"/>
          </p:nvPr>
        </p:nvSpPr>
        <p:spPr>
          <a:xfrm>
            <a:off x="850850" y="3153350"/>
            <a:ext cx="2619300" cy="6771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spAutoFit/>
          </a:bodyPr>
          <a:lstStyle/>
          <a:p>
            <a:pPr indent="0" lvl="0" marL="0" rtl="0" algn="ctr">
              <a:spcBef>
                <a:spcPts val="0"/>
              </a:spcBef>
              <a:spcAft>
                <a:spcPts val="0"/>
              </a:spcAft>
              <a:buNone/>
            </a:pPr>
            <a:r>
              <a:rPr lang="es">
                <a:solidFill>
                  <a:schemeClr val="lt1"/>
                </a:solidFill>
              </a:rPr>
              <a:t>Expansion of Fixed Wireless Access (FWA)</a:t>
            </a:r>
            <a:endParaRPr>
              <a:solidFill>
                <a:schemeClr val="lt1"/>
              </a:solidFill>
            </a:endParaRPr>
          </a:p>
        </p:txBody>
      </p:sp>
      <p:sp>
        <p:nvSpPr>
          <p:cNvPr id="223" name="Google Shape;223;p33"/>
          <p:cNvSpPr txBox="1"/>
          <p:nvPr>
            <p:ph idx="1" type="subTitle"/>
          </p:nvPr>
        </p:nvSpPr>
        <p:spPr>
          <a:xfrm>
            <a:off x="503600" y="3830450"/>
            <a:ext cx="37782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Plans on doubling its current </a:t>
            </a:r>
            <a:r>
              <a:rPr b="1" lang="es">
                <a:solidFill>
                  <a:schemeClr val="lt1"/>
                </a:solidFill>
                <a:latin typeface="Open Sans"/>
                <a:ea typeface="Open Sans"/>
                <a:cs typeface="Open Sans"/>
                <a:sym typeface="Open Sans"/>
              </a:rPr>
              <a:t>4.2 million</a:t>
            </a:r>
            <a:r>
              <a:rPr b="1" lang="es">
                <a:solidFill>
                  <a:schemeClr val="lt1"/>
                </a:solidFill>
                <a:latin typeface="Open Sans"/>
                <a:ea typeface="Open Sans"/>
                <a:cs typeface="Open Sans"/>
                <a:sym typeface="Open Sans"/>
              </a:rPr>
              <a:t> fixed</a:t>
            </a:r>
            <a:r>
              <a:rPr b="1" lang="es">
                <a:solidFill>
                  <a:schemeClr val="lt1"/>
                </a:solidFill>
                <a:latin typeface="Open Sans"/>
                <a:ea typeface="Open Sans"/>
                <a:cs typeface="Open Sans"/>
                <a:sym typeface="Open Sans"/>
              </a:rPr>
              <a:t> wireless subscriber by 2028, targeting</a:t>
            </a:r>
            <a:r>
              <a:rPr b="1" lang="es">
                <a:solidFill>
                  <a:schemeClr val="lt1"/>
                </a:solidFill>
                <a:latin typeface="Open Sans"/>
                <a:ea typeface="Open Sans"/>
                <a:cs typeface="Open Sans"/>
                <a:sym typeface="Open Sans"/>
              </a:rPr>
              <a:t> 90 million households with coverage.</a:t>
            </a:r>
            <a:endParaRPr b="1">
              <a:solidFill>
                <a:schemeClr val="lt1"/>
              </a:solidFill>
              <a:latin typeface="Open Sans"/>
              <a:ea typeface="Open Sans"/>
              <a:cs typeface="Open Sans"/>
              <a:sym typeface="Open Sans"/>
            </a:endParaRPr>
          </a:p>
          <a:p>
            <a:pPr indent="-292100" lvl="0" marL="457200" rtl="0" algn="l">
              <a:spcBef>
                <a:spcPts val="100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Supported by advancements in C-band and mmWave technology.</a:t>
            </a:r>
            <a:endParaRPr b="1">
              <a:solidFill>
                <a:schemeClr val="lt1"/>
              </a:solidFill>
              <a:latin typeface="Open Sans"/>
              <a:ea typeface="Open Sans"/>
              <a:cs typeface="Open Sans"/>
              <a:sym typeface="Open Sans"/>
            </a:endParaRPr>
          </a:p>
        </p:txBody>
      </p:sp>
      <p:sp>
        <p:nvSpPr>
          <p:cNvPr id="224" name="Google Shape;224;p33"/>
          <p:cNvSpPr txBox="1"/>
          <p:nvPr>
            <p:ph type="ctrTitle"/>
          </p:nvPr>
        </p:nvSpPr>
        <p:spPr>
          <a:xfrm>
            <a:off x="5108775" y="3153350"/>
            <a:ext cx="2619300" cy="6771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spAutoFit/>
          </a:bodyPr>
          <a:lstStyle/>
          <a:p>
            <a:pPr indent="0" lvl="0" marL="0" rtl="0" algn="ctr">
              <a:spcBef>
                <a:spcPts val="0"/>
              </a:spcBef>
              <a:spcAft>
                <a:spcPts val="0"/>
              </a:spcAft>
              <a:buNone/>
            </a:pPr>
            <a:r>
              <a:rPr lang="es">
                <a:solidFill>
                  <a:schemeClr val="lt1"/>
                </a:solidFill>
              </a:rPr>
              <a:t>Focus on Customer Experience Enhancements</a:t>
            </a:r>
            <a:endParaRPr>
              <a:solidFill>
                <a:schemeClr val="lt1"/>
              </a:solidFill>
            </a:endParaRPr>
          </a:p>
        </p:txBody>
      </p:sp>
      <p:sp>
        <p:nvSpPr>
          <p:cNvPr id="225" name="Google Shape;225;p33"/>
          <p:cNvSpPr txBox="1"/>
          <p:nvPr>
            <p:ph idx="1" type="subTitle"/>
          </p:nvPr>
        </p:nvSpPr>
        <p:spPr>
          <a:xfrm>
            <a:off x="4761525" y="3830450"/>
            <a:ext cx="37782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Efforts are underway to enhance customer engagement through personalized service offerings and streamlined procedures.</a:t>
            </a:r>
            <a:endParaRPr b="1">
              <a:solidFill>
                <a:schemeClr val="lt1"/>
              </a:solidFill>
              <a:latin typeface="Open Sans"/>
              <a:ea typeface="Open Sans"/>
              <a:cs typeface="Open Sans"/>
              <a:sym typeface="Open Sans"/>
            </a:endParaRPr>
          </a:p>
          <a:p>
            <a:pPr indent="-292100" lvl="0" marL="457200" rtl="0" algn="l">
              <a:spcBef>
                <a:spcPts val="100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Meet customer expectations. </a:t>
            </a:r>
            <a:endParaRPr b="1">
              <a:solidFill>
                <a:schemeClr val="lt1"/>
              </a:solidFill>
              <a:latin typeface="Open Sans"/>
              <a:ea typeface="Open Sans"/>
              <a:cs typeface="Open Sans"/>
              <a:sym typeface="Open Sans"/>
            </a:endParaRPr>
          </a:p>
        </p:txBody>
      </p:sp>
      <p:sp>
        <p:nvSpPr>
          <p:cNvPr id="226" name="Google Shape;226;p33"/>
          <p:cNvSpPr txBox="1"/>
          <p:nvPr>
            <p:ph type="ctrTitle"/>
          </p:nvPr>
        </p:nvSpPr>
        <p:spPr>
          <a:xfrm>
            <a:off x="5108775" y="1219425"/>
            <a:ext cx="2619300" cy="4311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spAutoFit/>
          </a:bodyPr>
          <a:lstStyle/>
          <a:p>
            <a:pPr indent="0" lvl="0" marL="0" rtl="0" algn="ctr">
              <a:spcBef>
                <a:spcPts val="0"/>
              </a:spcBef>
              <a:spcAft>
                <a:spcPts val="0"/>
              </a:spcAft>
              <a:buNone/>
            </a:pPr>
            <a:r>
              <a:rPr lang="es">
                <a:solidFill>
                  <a:schemeClr val="lt1"/>
                </a:solidFill>
              </a:rPr>
              <a:t>Broadband Enhancement</a:t>
            </a:r>
            <a:endParaRPr>
              <a:solidFill>
                <a:schemeClr val="lt1"/>
              </a:solidFill>
            </a:endParaRPr>
          </a:p>
        </p:txBody>
      </p:sp>
      <p:sp>
        <p:nvSpPr>
          <p:cNvPr id="227" name="Google Shape;227;p33"/>
          <p:cNvSpPr txBox="1"/>
          <p:nvPr>
            <p:ph idx="1" type="subTitle"/>
          </p:nvPr>
        </p:nvSpPr>
        <p:spPr>
          <a:xfrm>
            <a:off x="4761525" y="1694850"/>
            <a:ext cx="29841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Expanding its fiber infrastructure.</a:t>
            </a:r>
            <a:endParaRPr b="1">
              <a:solidFill>
                <a:schemeClr val="lt1"/>
              </a:solidFill>
              <a:latin typeface="Open Sans"/>
              <a:ea typeface="Open Sans"/>
              <a:cs typeface="Open Sans"/>
              <a:sym typeface="Open Sans"/>
            </a:endParaRPr>
          </a:p>
          <a:p>
            <a:pPr indent="-292100" lvl="0" marL="457200" rtl="0" algn="l">
              <a:spcBef>
                <a:spcPts val="1000"/>
              </a:spcBef>
              <a:spcAft>
                <a:spcPts val="0"/>
              </a:spcAft>
              <a:buClr>
                <a:schemeClr val="lt1"/>
              </a:buClr>
              <a:buSzPts val="1000"/>
              <a:buFont typeface="Open Sans"/>
              <a:buChar char="●"/>
            </a:pPr>
            <a:r>
              <a:rPr b="1" lang="es">
                <a:solidFill>
                  <a:schemeClr val="lt1"/>
                </a:solidFill>
                <a:latin typeface="Open Sans"/>
                <a:ea typeface="Open Sans"/>
                <a:cs typeface="Open Sans"/>
                <a:sym typeface="Open Sans"/>
              </a:rPr>
              <a:t>Acquiring Frontier Communications to increase its fiber passings</a:t>
            </a:r>
            <a:endParaRPr b="1">
              <a:solidFill>
                <a:schemeClr val="lt1"/>
              </a:solidFill>
              <a:latin typeface="Open Sans"/>
              <a:ea typeface="Open Sans"/>
              <a:cs typeface="Open Sans"/>
              <a:sym typeface="Open Sans"/>
            </a:endParaRPr>
          </a:p>
          <a:p>
            <a:pPr indent="-292100" lvl="0" marL="457200" rtl="0" algn="l">
              <a:spcBef>
                <a:spcPts val="1000"/>
              </a:spcBef>
              <a:spcAft>
                <a:spcPts val="1000"/>
              </a:spcAft>
              <a:buClr>
                <a:schemeClr val="lt1"/>
              </a:buClr>
              <a:buSzPts val="1000"/>
              <a:buFont typeface="Open Sans"/>
              <a:buChar char="●"/>
            </a:pPr>
            <a:r>
              <a:rPr b="1" lang="es">
                <a:solidFill>
                  <a:schemeClr val="lt1"/>
                </a:solidFill>
                <a:latin typeface="Open Sans"/>
                <a:ea typeface="Open Sans"/>
                <a:cs typeface="Open Sans"/>
                <a:sym typeface="Open Sans"/>
              </a:rPr>
              <a:t>Pushing Fixed Wireless Access (FWA) as a complement or alternative in areas where fiber is less feasible.</a:t>
            </a:r>
            <a:endParaRPr b="1">
              <a:solidFill>
                <a:schemeClr val="lt1"/>
              </a:solidFill>
              <a:latin typeface="Open Sans"/>
              <a:ea typeface="Open Sans"/>
              <a:cs typeface="Open Sans"/>
              <a:sym typeface="Open Sans"/>
            </a:endParaRPr>
          </a:p>
        </p:txBody>
      </p:sp>
      <p:sp>
        <p:nvSpPr>
          <p:cNvPr id="228" name="Google Shape;228;p33"/>
          <p:cNvSpPr txBox="1"/>
          <p:nvPr/>
        </p:nvSpPr>
        <p:spPr>
          <a:xfrm>
            <a:off x="7796900" y="4635600"/>
            <a:ext cx="120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lt1"/>
                </a:solidFill>
                <a:latin typeface="Open Sans Light"/>
                <a:ea typeface="Open Sans Light"/>
                <a:cs typeface="Open Sans Light"/>
                <a:sym typeface="Open Sans Light"/>
              </a:rPr>
              <a:t>Dora Do</a:t>
            </a:r>
            <a:endParaRPr sz="1800">
              <a:solidFill>
                <a:schemeClr val="lt1"/>
              </a:solidFill>
              <a:latin typeface="Open Sans Light"/>
              <a:ea typeface="Open Sans Light"/>
              <a:cs typeface="Open Sans Light"/>
              <a:sym typeface="Open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idx="4" type="ctrTitle"/>
          </p:nvPr>
        </p:nvSpPr>
        <p:spPr>
          <a:xfrm>
            <a:off x="222425" y="470625"/>
            <a:ext cx="30945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3000">
                <a:latin typeface="Open Sans"/>
                <a:ea typeface="Open Sans"/>
                <a:cs typeface="Open Sans"/>
                <a:sym typeface="Open Sans"/>
              </a:rPr>
              <a:t>SWOT </a:t>
            </a:r>
            <a:r>
              <a:rPr b="1" lang="es" sz="2700">
                <a:latin typeface="Open Sans"/>
                <a:ea typeface="Open Sans"/>
                <a:cs typeface="Open Sans"/>
                <a:sym typeface="Open Sans"/>
              </a:rPr>
              <a:t>ANALYSIS</a:t>
            </a:r>
            <a:endParaRPr b="1" sz="2700">
              <a:solidFill>
                <a:schemeClr val="lt1"/>
              </a:solidFill>
              <a:latin typeface="Open Sans"/>
              <a:ea typeface="Open Sans"/>
              <a:cs typeface="Open Sans"/>
              <a:sym typeface="Open Sans"/>
            </a:endParaRPr>
          </a:p>
        </p:txBody>
      </p:sp>
      <p:sp>
        <p:nvSpPr>
          <p:cNvPr id="234" name="Google Shape;234;p34"/>
          <p:cNvSpPr txBox="1"/>
          <p:nvPr>
            <p:ph idx="7" type="ctrTitle"/>
          </p:nvPr>
        </p:nvSpPr>
        <p:spPr>
          <a:xfrm>
            <a:off x="3316925" y="2900373"/>
            <a:ext cx="1881300" cy="644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b="1" lang="es" sz="3000">
                <a:latin typeface="Open Sans"/>
                <a:ea typeface="Open Sans"/>
                <a:cs typeface="Open Sans"/>
                <a:sym typeface="Open Sans"/>
              </a:rPr>
              <a:t>O</a:t>
            </a:r>
            <a:r>
              <a:rPr lang="es">
                <a:latin typeface="Open Sans"/>
                <a:ea typeface="Open Sans"/>
                <a:cs typeface="Open Sans"/>
                <a:sym typeface="Open Sans"/>
              </a:rPr>
              <a:t>pportunities</a:t>
            </a:r>
            <a:endParaRPr>
              <a:latin typeface="Open Sans"/>
              <a:ea typeface="Open Sans"/>
              <a:cs typeface="Open Sans"/>
              <a:sym typeface="Open Sans"/>
            </a:endParaRPr>
          </a:p>
        </p:txBody>
      </p:sp>
      <p:sp>
        <p:nvSpPr>
          <p:cNvPr id="235" name="Google Shape;235;p34"/>
          <p:cNvSpPr txBox="1"/>
          <p:nvPr>
            <p:ph idx="1" type="subTitle"/>
          </p:nvPr>
        </p:nvSpPr>
        <p:spPr>
          <a:xfrm>
            <a:off x="3869550" y="508550"/>
            <a:ext cx="34152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s"/>
              <a:t>Leading network reliability and speed</a:t>
            </a:r>
            <a:br>
              <a:rPr lang="es"/>
            </a:br>
            <a:endParaRPr/>
          </a:p>
          <a:p>
            <a:pPr indent="-292100" lvl="0" marL="457200" rtl="0" algn="l">
              <a:spcBef>
                <a:spcPts val="0"/>
              </a:spcBef>
              <a:spcAft>
                <a:spcPts val="0"/>
              </a:spcAft>
              <a:buSzPts val="1000"/>
              <a:buChar char="●"/>
            </a:pPr>
            <a:r>
              <a:rPr lang="es"/>
              <a:t>Strong brand reputation</a:t>
            </a:r>
            <a:br>
              <a:rPr lang="es"/>
            </a:br>
            <a:endParaRPr/>
          </a:p>
          <a:p>
            <a:pPr indent="-292100" lvl="0" marL="457200" rtl="0" algn="l">
              <a:spcBef>
                <a:spcPts val="0"/>
              </a:spcBef>
              <a:spcAft>
                <a:spcPts val="0"/>
              </a:spcAft>
              <a:buSzPts val="1000"/>
              <a:buChar char="●"/>
            </a:pPr>
            <a:r>
              <a:rPr lang="es"/>
              <a:t>Diverse services: wireless, broadband, media</a:t>
            </a:r>
            <a:br>
              <a:rPr lang="es"/>
            </a:br>
            <a:endParaRPr/>
          </a:p>
          <a:p>
            <a:pPr indent="-292100" lvl="0" marL="457200" rtl="0" algn="l">
              <a:spcBef>
                <a:spcPts val="0"/>
              </a:spcBef>
              <a:spcAft>
                <a:spcPts val="0"/>
              </a:spcAft>
              <a:buSzPts val="1000"/>
              <a:buChar char="●"/>
            </a:pPr>
            <a:r>
              <a:rPr lang="es"/>
              <a:t>Solid financial performance</a:t>
            </a:r>
            <a:endParaRPr/>
          </a:p>
          <a:p>
            <a:pPr indent="0" lvl="0" marL="457200" rtl="0" algn="l">
              <a:spcBef>
                <a:spcPts val="0"/>
              </a:spcBef>
              <a:spcAft>
                <a:spcPts val="0"/>
              </a:spcAft>
              <a:buNone/>
            </a:pPr>
            <a:r>
              <a:t/>
            </a:r>
            <a:endParaRPr/>
          </a:p>
        </p:txBody>
      </p:sp>
      <p:sp>
        <p:nvSpPr>
          <p:cNvPr id="236" name="Google Shape;236;p34"/>
          <p:cNvSpPr txBox="1"/>
          <p:nvPr>
            <p:ph idx="3" type="subTitle"/>
          </p:nvPr>
        </p:nvSpPr>
        <p:spPr>
          <a:xfrm>
            <a:off x="5671850" y="2383525"/>
            <a:ext cx="32259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s"/>
              <a:t>Premium pricing limits some customers</a:t>
            </a:r>
            <a:br>
              <a:rPr lang="es"/>
            </a:br>
            <a:endParaRPr/>
          </a:p>
          <a:p>
            <a:pPr indent="-292100" lvl="0" marL="457200" rtl="0" algn="l">
              <a:spcBef>
                <a:spcPts val="0"/>
              </a:spcBef>
              <a:spcAft>
                <a:spcPts val="0"/>
              </a:spcAft>
              <a:buSzPts val="1000"/>
              <a:buChar char="●"/>
            </a:pPr>
            <a:r>
              <a:rPr lang="es"/>
              <a:t>Mainly United </a:t>
            </a:r>
            <a:r>
              <a:rPr lang="es"/>
              <a:t>States </a:t>
            </a:r>
            <a:r>
              <a:rPr lang="es"/>
              <a:t>focused operations</a:t>
            </a:r>
            <a:br>
              <a:rPr lang="es"/>
            </a:br>
            <a:endParaRPr/>
          </a:p>
          <a:p>
            <a:pPr indent="-292100" lvl="0" marL="457200" rtl="0" algn="l">
              <a:spcBef>
                <a:spcPts val="0"/>
              </a:spcBef>
              <a:spcAft>
                <a:spcPts val="0"/>
              </a:spcAft>
              <a:buSzPts val="1000"/>
              <a:buChar char="●"/>
            </a:pPr>
            <a:r>
              <a:rPr lang="es"/>
              <a:t>High operational costs</a:t>
            </a:r>
            <a:br>
              <a:rPr lang="es"/>
            </a:br>
            <a:endParaRPr/>
          </a:p>
          <a:p>
            <a:pPr indent="-292100" lvl="0" marL="457200" rtl="0" algn="l">
              <a:spcBef>
                <a:spcPts val="0"/>
              </a:spcBef>
              <a:spcAft>
                <a:spcPts val="0"/>
              </a:spcAft>
              <a:buSzPts val="1000"/>
              <a:buChar char="●"/>
            </a:pPr>
            <a:r>
              <a:rPr lang="es"/>
              <a:t>Customer service complaints</a:t>
            </a:r>
            <a:endParaRPr/>
          </a:p>
          <a:p>
            <a:pPr indent="0" lvl="0" marL="457200" rtl="0" algn="l">
              <a:spcBef>
                <a:spcPts val="0"/>
              </a:spcBef>
              <a:spcAft>
                <a:spcPts val="0"/>
              </a:spcAft>
              <a:buNone/>
            </a:pPr>
            <a:r>
              <a:t/>
            </a:r>
            <a:endParaRPr/>
          </a:p>
        </p:txBody>
      </p:sp>
      <p:sp>
        <p:nvSpPr>
          <p:cNvPr id="237" name="Google Shape;237;p34"/>
          <p:cNvSpPr txBox="1"/>
          <p:nvPr>
            <p:ph idx="2" type="ctrTitle"/>
          </p:nvPr>
        </p:nvSpPr>
        <p:spPr>
          <a:xfrm>
            <a:off x="5829175" y="1848594"/>
            <a:ext cx="1881300" cy="6447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 sz="3000">
                <a:latin typeface="Open Sans"/>
                <a:ea typeface="Open Sans"/>
                <a:cs typeface="Open Sans"/>
                <a:sym typeface="Open Sans"/>
              </a:rPr>
              <a:t>W</a:t>
            </a:r>
            <a:r>
              <a:rPr lang="es">
                <a:latin typeface="Open Sans"/>
                <a:ea typeface="Open Sans"/>
                <a:cs typeface="Open Sans"/>
                <a:sym typeface="Open Sans"/>
              </a:rPr>
              <a:t>eakness</a:t>
            </a:r>
            <a:endParaRPr>
              <a:latin typeface="Open Sans"/>
              <a:ea typeface="Open Sans"/>
              <a:cs typeface="Open Sans"/>
              <a:sym typeface="Open Sans"/>
            </a:endParaRPr>
          </a:p>
        </p:txBody>
      </p:sp>
      <p:sp>
        <p:nvSpPr>
          <p:cNvPr id="238" name="Google Shape;238;p34"/>
          <p:cNvSpPr txBox="1"/>
          <p:nvPr>
            <p:ph type="ctrTitle"/>
          </p:nvPr>
        </p:nvSpPr>
        <p:spPr>
          <a:xfrm>
            <a:off x="4048375" y="10"/>
            <a:ext cx="1881300" cy="6447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 sz="3000">
                <a:latin typeface="Open Sans"/>
                <a:ea typeface="Open Sans"/>
                <a:cs typeface="Open Sans"/>
                <a:sym typeface="Open Sans"/>
              </a:rPr>
              <a:t>S</a:t>
            </a:r>
            <a:r>
              <a:rPr lang="es">
                <a:latin typeface="Open Sans"/>
                <a:ea typeface="Open Sans"/>
                <a:cs typeface="Open Sans"/>
                <a:sym typeface="Open Sans"/>
              </a:rPr>
              <a:t>trengths</a:t>
            </a:r>
            <a:endParaRPr>
              <a:latin typeface="Open Sans"/>
              <a:ea typeface="Open Sans"/>
              <a:cs typeface="Open Sans"/>
              <a:sym typeface="Open Sans"/>
            </a:endParaRPr>
          </a:p>
        </p:txBody>
      </p:sp>
      <p:sp>
        <p:nvSpPr>
          <p:cNvPr id="239" name="Google Shape;239;p34"/>
          <p:cNvSpPr txBox="1"/>
          <p:nvPr>
            <p:ph idx="5" type="ctrTitle"/>
          </p:nvPr>
        </p:nvSpPr>
        <p:spPr>
          <a:xfrm>
            <a:off x="1435625" y="1265363"/>
            <a:ext cx="1881300" cy="644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b="1" lang="es" sz="3000">
                <a:latin typeface="Open Sans"/>
                <a:ea typeface="Open Sans"/>
                <a:cs typeface="Open Sans"/>
                <a:sym typeface="Open Sans"/>
              </a:rPr>
              <a:t>T</a:t>
            </a:r>
            <a:r>
              <a:rPr lang="es">
                <a:latin typeface="Open Sans"/>
                <a:ea typeface="Open Sans"/>
                <a:cs typeface="Open Sans"/>
                <a:sym typeface="Open Sans"/>
              </a:rPr>
              <a:t>hreats</a:t>
            </a:r>
            <a:endParaRPr>
              <a:latin typeface="Open Sans"/>
              <a:ea typeface="Open Sans"/>
              <a:cs typeface="Open Sans"/>
              <a:sym typeface="Open Sans"/>
            </a:endParaRPr>
          </a:p>
        </p:txBody>
      </p:sp>
      <p:sp>
        <p:nvSpPr>
          <p:cNvPr id="240" name="Google Shape;240;p34"/>
          <p:cNvSpPr txBox="1"/>
          <p:nvPr>
            <p:ph idx="6" type="subTitle"/>
          </p:nvPr>
        </p:nvSpPr>
        <p:spPr>
          <a:xfrm>
            <a:off x="534375" y="1900175"/>
            <a:ext cx="35031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s"/>
              <a:t>competition like AT&amp;T and T-Mobile</a:t>
            </a:r>
            <a:br>
              <a:rPr lang="es"/>
            </a:br>
            <a:endParaRPr/>
          </a:p>
          <a:p>
            <a:pPr indent="-292100" lvl="0" marL="457200" rtl="0" algn="l">
              <a:spcBef>
                <a:spcPts val="0"/>
              </a:spcBef>
              <a:spcAft>
                <a:spcPts val="0"/>
              </a:spcAft>
              <a:buSzPts val="1000"/>
              <a:buChar char="●"/>
            </a:pPr>
            <a:r>
              <a:rPr lang="es"/>
              <a:t>Regulatory challenges</a:t>
            </a:r>
            <a:br>
              <a:rPr lang="es"/>
            </a:br>
            <a:endParaRPr/>
          </a:p>
          <a:p>
            <a:pPr indent="-292100" lvl="0" marL="457200" rtl="0" algn="l">
              <a:spcBef>
                <a:spcPts val="0"/>
              </a:spcBef>
              <a:spcAft>
                <a:spcPts val="0"/>
              </a:spcAft>
              <a:buSzPts val="1000"/>
              <a:buChar char="●"/>
            </a:pPr>
            <a:r>
              <a:rPr lang="es"/>
              <a:t>Rapid technological changes</a:t>
            </a:r>
            <a:br>
              <a:rPr lang="es"/>
            </a:br>
            <a:endParaRPr/>
          </a:p>
          <a:p>
            <a:pPr indent="-292100" lvl="0" marL="457200" rtl="0" algn="l">
              <a:spcBef>
                <a:spcPts val="0"/>
              </a:spcBef>
              <a:spcAft>
                <a:spcPts val="0"/>
              </a:spcAft>
              <a:buSzPts val="1000"/>
              <a:buChar char="●"/>
            </a:pPr>
            <a:r>
              <a:rPr lang="es"/>
              <a:t>Economic downturns affecting spending</a:t>
            </a:r>
            <a:endParaRPr/>
          </a:p>
          <a:p>
            <a:pPr indent="0" lvl="0" marL="457200" rtl="0" algn="l">
              <a:spcBef>
                <a:spcPts val="0"/>
              </a:spcBef>
              <a:spcAft>
                <a:spcPts val="0"/>
              </a:spcAft>
              <a:buNone/>
            </a:pPr>
            <a:r>
              <a:t/>
            </a:r>
            <a:endParaRPr/>
          </a:p>
        </p:txBody>
      </p:sp>
      <p:sp>
        <p:nvSpPr>
          <p:cNvPr id="241" name="Google Shape;241;p34"/>
          <p:cNvSpPr txBox="1"/>
          <p:nvPr>
            <p:ph idx="8" type="subTitle"/>
          </p:nvPr>
        </p:nvSpPr>
        <p:spPr>
          <a:xfrm flipH="1">
            <a:off x="2276050" y="3495925"/>
            <a:ext cx="3283800" cy="1112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s"/>
              <a:t>5G rollout and new tech services</a:t>
            </a:r>
            <a:br>
              <a:rPr lang="es"/>
            </a:br>
            <a:endParaRPr/>
          </a:p>
          <a:p>
            <a:pPr indent="-292100" lvl="0" marL="457200" rtl="0" algn="l">
              <a:spcBef>
                <a:spcPts val="0"/>
              </a:spcBef>
              <a:spcAft>
                <a:spcPts val="0"/>
              </a:spcAft>
              <a:buSzPts val="1000"/>
              <a:buChar char="●"/>
            </a:pPr>
            <a:r>
              <a:rPr lang="es"/>
              <a:t>Growth in IoT and smart home markets</a:t>
            </a:r>
            <a:br>
              <a:rPr lang="es"/>
            </a:br>
            <a:endParaRPr/>
          </a:p>
          <a:p>
            <a:pPr indent="-292100" lvl="0" marL="457200" rtl="0" algn="l">
              <a:spcBef>
                <a:spcPts val="0"/>
              </a:spcBef>
              <a:spcAft>
                <a:spcPts val="0"/>
              </a:spcAft>
              <a:buSzPts val="1000"/>
              <a:buChar char="●"/>
            </a:pPr>
            <a:r>
              <a:rPr lang="es"/>
              <a:t>Strategic partnerships and acquisitions</a:t>
            </a:r>
            <a:br>
              <a:rPr lang="es"/>
            </a:br>
            <a:endParaRPr/>
          </a:p>
          <a:p>
            <a:pPr indent="-292100" lvl="0" marL="457200" rtl="0" algn="l">
              <a:spcBef>
                <a:spcPts val="0"/>
              </a:spcBef>
              <a:spcAft>
                <a:spcPts val="0"/>
              </a:spcAft>
              <a:buSzPts val="1000"/>
              <a:buChar char="●"/>
            </a:pPr>
            <a:r>
              <a:rPr lang="es"/>
              <a:t>Rising demand for streaming services</a:t>
            </a:r>
            <a:endParaRPr/>
          </a:p>
          <a:p>
            <a:pPr indent="0" lvl="0" marL="457200" rtl="0" algn="l">
              <a:spcBef>
                <a:spcPts val="0"/>
              </a:spcBef>
              <a:spcAft>
                <a:spcPts val="0"/>
              </a:spcAft>
              <a:buNone/>
            </a:pPr>
            <a:r>
              <a:t/>
            </a:r>
            <a:endParaRPr/>
          </a:p>
        </p:txBody>
      </p:sp>
      <p:sp>
        <p:nvSpPr>
          <p:cNvPr id="242" name="Google Shape;242;p34"/>
          <p:cNvSpPr/>
          <p:nvPr/>
        </p:nvSpPr>
        <p:spPr>
          <a:xfrm>
            <a:off x="4037477" y="908101"/>
            <a:ext cx="10908" cy="18069"/>
          </a:xfrm>
          <a:custGeom>
            <a:rect b="b" l="l" r="r" t="t"/>
            <a:pathLst>
              <a:path extrusionOk="0" h="830" w="501">
                <a:moveTo>
                  <a:pt x="335" y="1"/>
                </a:moveTo>
                <a:cubicBezTo>
                  <a:pt x="247" y="2"/>
                  <a:pt x="179" y="73"/>
                  <a:pt x="180" y="159"/>
                </a:cubicBezTo>
                <a:lnTo>
                  <a:pt x="185" y="448"/>
                </a:lnTo>
                <a:lnTo>
                  <a:pt x="68" y="558"/>
                </a:lnTo>
                <a:cubicBezTo>
                  <a:pt x="4" y="617"/>
                  <a:pt x="1" y="718"/>
                  <a:pt x="61" y="781"/>
                </a:cubicBezTo>
                <a:cubicBezTo>
                  <a:pt x="92" y="814"/>
                  <a:pt x="133" y="830"/>
                  <a:pt x="174" y="830"/>
                </a:cubicBezTo>
                <a:cubicBezTo>
                  <a:pt x="214" y="830"/>
                  <a:pt x="254" y="815"/>
                  <a:pt x="285" y="785"/>
                </a:cubicBezTo>
                <a:lnTo>
                  <a:pt x="451" y="628"/>
                </a:lnTo>
                <a:cubicBezTo>
                  <a:pt x="481" y="597"/>
                  <a:pt x="500" y="555"/>
                  <a:pt x="499" y="511"/>
                </a:cubicBezTo>
                <a:lnTo>
                  <a:pt x="494" y="155"/>
                </a:lnTo>
                <a:cubicBezTo>
                  <a:pt x="492" y="69"/>
                  <a:pt x="422" y="1"/>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243" name="Google Shape;243;p34"/>
          <p:cNvSpPr txBox="1"/>
          <p:nvPr/>
        </p:nvSpPr>
        <p:spPr>
          <a:xfrm>
            <a:off x="7965575" y="4774200"/>
            <a:ext cx="1191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pen Sans Light"/>
                <a:ea typeface="Open Sans Light"/>
                <a:cs typeface="Open Sans Light"/>
                <a:sym typeface="Open Sans Light"/>
              </a:rPr>
              <a:t>Michael Curtin</a:t>
            </a:r>
            <a:endParaRPr sz="1200">
              <a:solidFill>
                <a:schemeClr val="dk1"/>
              </a:solidFill>
              <a:latin typeface="Open Sans Light"/>
              <a:ea typeface="Open Sans Light"/>
              <a:cs typeface="Open Sans Light"/>
              <a:sym typeface="Open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idx="1" type="body"/>
          </p:nvPr>
        </p:nvSpPr>
        <p:spPr>
          <a:xfrm>
            <a:off x="400575" y="1041500"/>
            <a:ext cx="8122200" cy="280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700"/>
              <a:t>Verizon Wireless dominated the US mobile wireless market in 2023, with a 36.8% share, followed by AT&amp;T Mobility at 32.8%. T-Mobile and Sprint Corporation, with 15.4% and 13.4% shares, respectively, demonstrated significant competition, while U.S. Cellular had a minimal presence at 1.7%. </a:t>
            </a:r>
            <a:endParaRPr sz="1700"/>
          </a:p>
          <a:p>
            <a:pPr indent="0" lvl="0" marL="0" rtl="0" algn="ctr">
              <a:spcBef>
                <a:spcPts val="1600"/>
              </a:spcBef>
              <a:spcAft>
                <a:spcPts val="1600"/>
              </a:spcAft>
              <a:buNone/>
            </a:pPr>
            <a:r>
              <a:rPr lang="es" sz="1700"/>
              <a:t>Over the last two years, market dynamics have shifted, with Verizon and AT&amp;T experiencing moderate shrinkage while T-Mobile and Sprint have grown due to strategic mergers and network expansions. Over the last five years, the market's CAGR has shifted as T-Mobile emerged as a formidable competitor.</a:t>
            </a:r>
            <a:endParaRPr sz="1700"/>
          </a:p>
        </p:txBody>
      </p:sp>
      <p:sp>
        <p:nvSpPr>
          <p:cNvPr id="249" name="Google Shape;249;p35"/>
          <p:cNvSpPr txBox="1"/>
          <p:nvPr>
            <p:ph type="ctrTitle"/>
          </p:nvPr>
        </p:nvSpPr>
        <p:spPr>
          <a:xfrm>
            <a:off x="723600" y="470625"/>
            <a:ext cx="57864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300"/>
              <a:t>Competitive Position and Marketplace</a:t>
            </a:r>
            <a:endParaRPr sz="2300"/>
          </a:p>
        </p:txBody>
      </p:sp>
      <p:sp>
        <p:nvSpPr>
          <p:cNvPr id="250" name="Google Shape;250;p35"/>
          <p:cNvSpPr txBox="1"/>
          <p:nvPr/>
        </p:nvSpPr>
        <p:spPr>
          <a:xfrm>
            <a:off x="7702825" y="4805225"/>
            <a:ext cx="1242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latin typeface="Open Sans"/>
                <a:ea typeface="Open Sans"/>
                <a:cs typeface="Open Sans"/>
                <a:sym typeface="Open Sans"/>
              </a:rPr>
              <a:t>Nixi Fuentes</a:t>
            </a:r>
            <a:endParaRPr b="1" sz="1200">
              <a:solidFill>
                <a:schemeClr val="dk1"/>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type="ctrTitle"/>
          </p:nvPr>
        </p:nvSpPr>
        <p:spPr>
          <a:xfrm>
            <a:off x="223625" y="470625"/>
            <a:ext cx="2062500" cy="409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Wireless network operator subscriptions market share in the United States from 2011 to 2025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According to and Graph from Statista.com</a:t>
            </a:r>
            <a:endParaRPr/>
          </a:p>
        </p:txBody>
      </p:sp>
      <p:pic>
        <p:nvPicPr>
          <p:cNvPr id="256" name="Google Shape;256;p36"/>
          <p:cNvPicPr preferRelativeResize="0"/>
          <p:nvPr/>
        </p:nvPicPr>
        <p:blipFill>
          <a:blip r:embed="rId3">
            <a:alphaModFix/>
          </a:blip>
          <a:stretch>
            <a:fillRect/>
          </a:stretch>
        </p:blipFill>
        <p:spPr>
          <a:xfrm>
            <a:off x="2432275" y="523463"/>
            <a:ext cx="6454075" cy="4096575"/>
          </a:xfrm>
          <a:prstGeom prst="rect">
            <a:avLst/>
          </a:prstGeom>
          <a:noFill/>
          <a:ln>
            <a:noFill/>
          </a:ln>
        </p:spPr>
      </p:pic>
      <p:sp>
        <p:nvSpPr>
          <p:cNvPr id="257" name="Google Shape;257;p36"/>
          <p:cNvSpPr txBox="1"/>
          <p:nvPr/>
        </p:nvSpPr>
        <p:spPr>
          <a:xfrm>
            <a:off x="7702825" y="4805225"/>
            <a:ext cx="1242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latin typeface="Open Sans"/>
                <a:ea typeface="Open Sans"/>
                <a:cs typeface="Open Sans"/>
                <a:sym typeface="Open Sans"/>
              </a:rPr>
              <a:t>Nixi Fuentes</a:t>
            </a:r>
            <a:endParaRPr b="1" sz="1200">
              <a:solidFill>
                <a:schemeClr val="dk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7"/>
          <p:cNvSpPr txBox="1"/>
          <p:nvPr>
            <p:ph type="ctrTitle"/>
          </p:nvPr>
        </p:nvSpPr>
        <p:spPr>
          <a:xfrm>
            <a:off x="717750" y="65650"/>
            <a:ext cx="7708500" cy="94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5 Year Sales and Profitability trends</a:t>
            </a:r>
            <a:endParaRPr sz="3500"/>
          </a:p>
        </p:txBody>
      </p:sp>
      <p:sp>
        <p:nvSpPr>
          <p:cNvPr id="263" name="Google Shape;263;p37"/>
          <p:cNvSpPr txBox="1"/>
          <p:nvPr/>
        </p:nvSpPr>
        <p:spPr>
          <a:xfrm>
            <a:off x="144425" y="780025"/>
            <a:ext cx="2455500" cy="457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 sz="1600">
                <a:solidFill>
                  <a:schemeClr val="dk2"/>
                </a:solidFill>
                <a:latin typeface="Open Sans"/>
                <a:ea typeface="Open Sans"/>
                <a:cs typeface="Open Sans"/>
                <a:sym typeface="Open Sans"/>
              </a:rPr>
              <a:t>Future Projections </a:t>
            </a:r>
            <a:r>
              <a:rPr b="1" lang="es" sz="1200">
                <a:solidFill>
                  <a:schemeClr val="dk2"/>
                </a:solidFill>
                <a:latin typeface="Open Sans"/>
                <a:ea typeface="Open Sans"/>
                <a:cs typeface="Open Sans"/>
                <a:sym typeface="Open Sans"/>
              </a:rPr>
              <a:t>(2025–2028)</a:t>
            </a:r>
            <a:endParaRPr b="1" sz="1200">
              <a:solidFill>
                <a:schemeClr val="dk2"/>
              </a:solidFill>
              <a:latin typeface="Open Sans"/>
              <a:ea typeface="Open Sans"/>
              <a:cs typeface="Open Sans"/>
              <a:sym typeface="Open Sans"/>
            </a:endParaRPr>
          </a:p>
          <a:p>
            <a:pPr indent="-304800" lvl="0" marL="457200" rtl="0" algn="l">
              <a:lnSpc>
                <a:spcPct val="115000"/>
              </a:lnSpc>
              <a:spcBef>
                <a:spcPts val="1200"/>
              </a:spcBef>
              <a:spcAft>
                <a:spcPts val="0"/>
              </a:spcAft>
              <a:buClr>
                <a:schemeClr val="dk2"/>
              </a:buClr>
              <a:buSzPts val="1200"/>
              <a:buChar char="●"/>
            </a:pPr>
            <a:r>
              <a:rPr b="1" lang="es" sz="1200">
                <a:solidFill>
                  <a:schemeClr val="dk2"/>
                </a:solidFill>
                <a:latin typeface="Open Sans"/>
                <a:ea typeface="Open Sans"/>
                <a:cs typeface="Open Sans"/>
                <a:sym typeface="Open Sans"/>
              </a:rPr>
              <a:t>Revenue Growth</a:t>
            </a:r>
            <a:r>
              <a:rPr lang="es" sz="1200">
                <a:solidFill>
                  <a:schemeClr val="dk2"/>
                </a:solidFill>
                <a:latin typeface="Open Sans"/>
                <a:ea typeface="Open Sans"/>
                <a:cs typeface="Open Sans"/>
                <a:sym typeface="Open Sans"/>
              </a:rPr>
              <a:t>: Projected at 1.8% annually.</a:t>
            </a:r>
            <a:br>
              <a:rPr lang="es"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Char char="●"/>
            </a:pPr>
            <a:r>
              <a:rPr b="1" lang="es" sz="1200">
                <a:solidFill>
                  <a:schemeClr val="dk2"/>
                </a:solidFill>
                <a:latin typeface="Open Sans"/>
                <a:ea typeface="Open Sans"/>
                <a:cs typeface="Open Sans"/>
                <a:sym typeface="Open Sans"/>
              </a:rPr>
              <a:t>Earnings Growth</a:t>
            </a:r>
            <a:r>
              <a:rPr lang="es" sz="1200">
                <a:solidFill>
                  <a:schemeClr val="dk2"/>
                </a:solidFill>
                <a:latin typeface="Open Sans"/>
                <a:ea typeface="Open Sans"/>
                <a:cs typeface="Open Sans"/>
                <a:sym typeface="Open Sans"/>
              </a:rPr>
              <a:t>: expected to grow by 5.8% per year.</a:t>
            </a:r>
            <a:br>
              <a:rPr lang="es"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Char char="●"/>
            </a:pPr>
            <a:r>
              <a:rPr b="1" lang="es" sz="1200">
                <a:solidFill>
                  <a:schemeClr val="dk2"/>
                </a:solidFill>
                <a:latin typeface="Open Sans"/>
                <a:ea typeface="Open Sans"/>
                <a:cs typeface="Open Sans"/>
                <a:sym typeface="Open Sans"/>
              </a:rPr>
              <a:t>Return on Equity</a:t>
            </a:r>
            <a:r>
              <a:rPr lang="es" sz="1200">
                <a:solidFill>
                  <a:schemeClr val="dk2"/>
                </a:solidFill>
                <a:latin typeface="Open Sans"/>
                <a:ea typeface="Open Sans"/>
                <a:cs typeface="Open Sans"/>
                <a:sym typeface="Open Sans"/>
              </a:rPr>
              <a:t>: Forecasted at 16.5% in three years.</a:t>
            </a:r>
            <a:br>
              <a:rPr lang="es" sz="1200">
                <a:solidFill>
                  <a:schemeClr val="dk2"/>
                </a:solidFill>
                <a:latin typeface="Open Sans"/>
                <a:ea typeface="Open Sans"/>
                <a:cs typeface="Open Sans"/>
                <a:sym typeface="Open Sans"/>
              </a:rPr>
            </a:br>
            <a:endParaRPr sz="1200" u="sng">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Char char="●"/>
            </a:pPr>
            <a:r>
              <a:rPr b="1" lang="es" sz="1200">
                <a:solidFill>
                  <a:schemeClr val="dk2"/>
                </a:solidFill>
                <a:latin typeface="Open Sans"/>
                <a:ea typeface="Open Sans"/>
                <a:cs typeface="Open Sans"/>
                <a:sym typeface="Open Sans"/>
              </a:rPr>
              <a:t>Fixed Wireless Access Subscribers</a:t>
            </a:r>
            <a:r>
              <a:rPr lang="es" sz="1200">
                <a:solidFill>
                  <a:schemeClr val="dk2"/>
                </a:solidFill>
                <a:latin typeface="Open Sans"/>
                <a:ea typeface="Open Sans"/>
                <a:cs typeface="Open Sans"/>
                <a:sym typeface="Open Sans"/>
              </a:rPr>
              <a:t>: Targeting 8–9 million subscribers by 2028.</a:t>
            </a:r>
            <a:endParaRPr sz="1200">
              <a:solidFill>
                <a:schemeClr val="dk2"/>
              </a:solidFill>
              <a:latin typeface="Open Sans"/>
              <a:ea typeface="Open Sans"/>
              <a:cs typeface="Open Sans"/>
              <a:sym typeface="Open Sans"/>
            </a:endParaRPr>
          </a:p>
          <a:p>
            <a:pPr indent="0" lvl="0" marL="0" rtl="0" algn="l">
              <a:spcBef>
                <a:spcPts val="1200"/>
              </a:spcBef>
              <a:spcAft>
                <a:spcPts val="0"/>
              </a:spcAft>
              <a:buNone/>
            </a:pPr>
            <a:r>
              <a:t/>
            </a:r>
            <a:endParaRPr sz="1200">
              <a:solidFill>
                <a:schemeClr val="dk1"/>
              </a:solidFill>
              <a:latin typeface="Open Sans Light"/>
              <a:ea typeface="Open Sans Light"/>
              <a:cs typeface="Open Sans Light"/>
              <a:sym typeface="Open Sans Light"/>
            </a:endParaRPr>
          </a:p>
        </p:txBody>
      </p:sp>
      <p:sp>
        <p:nvSpPr>
          <p:cNvPr id="264" name="Google Shape;264;p37"/>
          <p:cNvSpPr txBox="1"/>
          <p:nvPr/>
        </p:nvSpPr>
        <p:spPr>
          <a:xfrm>
            <a:off x="5916450" y="780025"/>
            <a:ext cx="3055200" cy="418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 sz="1300">
                <a:solidFill>
                  <a:schemeClr val="dk2"/>
                </a:solidFill>
                <a:latin typeface="Open Sans"/>
                <a:ea typeface="Open Sans"/>
                <a:cs typeface="Open Sans"/>
                <a:sym typeface="Open Sans"/>
              </a:rPr>
              <a:t> </a:t>
            </a:r>
            <a:r>
              <a:rPr b="1" lang="es" sz="1700">
                <a:solidFill>
                  <a:schemeClr val="dk2"/>
                </a:solidFill>
                <a:latin typeface="Open Sans"/>
                <a:ea typeface="Open Sans"/>
                <a:cs typeface="Open Sans"/>
                <a:sym typeface="Open Sans"/>
              </a:rPr>
              <a:t>Key Financial Metrics</a:t>
            </a:r>
            <a:r>
              <a:rPr b="1" lang="es" sz="1300">
                <a:solidFill>
                  <a:schemeClr val="dk2"/>
                </a:solidFill>
                <a:latin typeface="Open Sans"/>
                <a:ea typeface="Open Sans"/>
                <a:cs typeface="Open Sans"/>
                <a:sym typeface="Open Sans"/>
              </a:rPr>
              <a:t> (Q2 2025)</a:t>
            </a:r>
            <a:endParaRPr b="1" sz="1300">
              <a:solidFill>
                <a:schemeClr val="dk2"/>
              </a:solidFill>
              <a:latin typeface="Open Sans"/>
              <a:ea typeface="Open Sans"/>
              <a:cs typeface="Open Sans"/>
              <a:sym typeface="Open Sans"/>
            </a:endParaRPr>
          </a:p>
          <a:p>
            <a:pPr indent="-304800" lvl="0" marL="457200" rtl="0" algn="l">
              <a:lnSpc>
                <a:spcPct val="115000"/>
              </a:lnSpc>
              <a:spcBef>
                <a:spcPts val="1200"/>
              </a:spcBef>
              <a:spcAft>
                <a:spcPts val="0"/>
              </a:spcAft>
              <a:buClr>
                <a:schemeClr val="dk2"/>
              </a:buClr>
              <a:buSzPts val="1200"/>
              <a:buChar char="●"/>
            </a:pPr>
            <a:r>
              <a:rPr b="1" lang="es" sz="1200">
                <a:solidFill>
                  <a:schemeClr val="dk2"/>
                </a:solidFill>
                <a:latin typeface="Open Sans"/>
                <a:ea typeface="Open Sans"/>
                <a:cs typeface="Open Sans"/>
                <a:sym typeface="Open Sans"/>
              </a:rPr>
              <a:t>Adjusted EPS</a:t>
            </a:r>
            <a:r>
              <a:rPr lang="es" sz="1200">
                <a:solidFill>
                  <a:schemeClr val="dk2"/>
                </a:solidFill>
                <a:latin typeface="Open Sans"/>
                <a:ea typeface="Open Sans"/>
                <a:cs typeface="Open Sans"/>
                <a:sym typeface="Open Sans"/>
              </a:rPr>
              <a:t>: $1.22 (up from $1.15 in Q2 2024).</a:t>
            </a:r>
            <a:br>
              <a:rPr lang="es"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Char char="●"/>
            </a:pPr>
            <a:r>
              <a:rPr b="1" lang="es" sz="1200">
                <a:solidFill>
                  <a:schemeClr val="dk2"/>
                </a:solidFill>
                <a:latin typeface="Open Sans"/>
                <a:ea typeface="Open Sans"/>
                <a:cs typeface="Open Sans"/>
                <a:sym typeface="Open Sans"/>
              </a:rPr>
              <a:t>Adjusted EBITDA</a:t>
            </a:r>
            <a:r>
              <a:rPr lang="es" sz="1200">
                <a:solidFill>
                  <a:schemeClr val="dk2"/>
                </a:solidFill>
                <a:latin typeface="Open Sans"/>
                <a:ea typeface="Open Sans"/>
                <a:cs typeface="Open Sans"/>
                <a:sym typeface="Open Sans"/>
              </a:rPr>
              <a:t>: $12.8 billion (4.1% YoY increase).</a:t>
            </a:r>
            <a:br>
              <a:rPr lang="es"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Char char="●"/>
            </a:pPr>
            <a:r>
              <a:rPr b="1" lang="es" sz="1200">
                <a:solidFill>
                  <a:schemeClr val="dk2"/>
                </a:solidFill>
                <a:latin typeface="Open Sans"/>
                <a:ea typeface="Open Sans"/>
                <a:cs typeface="Open Sans"/>
                <a:sym typeface="Open Sans"/>
              </a:rPr>
              <a:t>Free Cash Flow</a:t>
            </a:r>
            <a:r>
              <a:rPr lang="es" sz="1200">
                <a:solidFill>
                  <a:schemeClr val="dk2"/>
                </a:solidFill>
                <a:latin typeface="Open Sans"/>
                <a:ea typeface="Open Sans"/>
                <a:cs typeface="Open Sans"/>
                <a:sym typeface="Open Sans"/>
              </a:rPr>
              <a:t>: $8.8 billion (up from $8.5 billion in H1 2024).</a:t>
            </a:r>
            <a:br>
              <a:rPr lang="es"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Char char="●"/>
            </a:pPr>
            <a:r>
              <a:rPr b="1" lang="es" sz="1200">
                <a:solidFill>
                  <a:schemeClr val="dk2"/>
                </a:solidFill>
                <a:latin typeface="Open Sans"/>
                <a:ea typeface="Open Sans"/>
                <a:cs typeface="Open Sans"/>
                <a:sym typeface="Open Sans"/>
              </a:rPr>
              <a:t>Wireless Service Revenue</a:t>
            </a:r>
            <a:r>
              <a:rPr lang="es" sz="1200">
                <a:solidFill>
                  <a:schemeClr val="dk2"/>
                </a:solidFill>
                <a:latin typeface="Open Sans"/>
                <a:ea typeface="Open Sans"/>
                <a:cs typeface="Open Sans"/>
                <a:sym typeface="Open Sans"/>
              </a:rPr>
              <a:t>: $20.9 billion (2.2% YoY growth).</a:t>
            </a:r>
            <a:br>
              <a:rPr lang="es"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SzPts val="1200"/>
              <a:buChar char="●"/>
            </a:pPr>
            <a:r>
              <a:rPr b="1" lang="es" sz="1200">
                <a:solidFill>
                  <a:schemeClr val="dk2"/>
                </a:solidFill>
                <a:latin typeface="Open Sans"/>
                <a:ea typeface="Open Sans"/>
                <a:cs typeface="Open Sans"/>
                <a:sym typeface="Open Sans"/>
              </a:rPr>
              <a:t>Wireless Equipment Revenue</a:t>
            </a:r>
            <a:r>
              <a:rPr lang="es" sz="1200">
                <a:solidFill>
                  <a:schemeClr val="dk2"/>
                </a:solidFill>
                <a:latin typeface="Open Sans"/>
                <a:ea typeface="Open Sans"/>
                <a:cs typeface="Open Sans"/>
                <a:sym typeface="Open Sans"/>
              </a:rPr>
              <a:t>: $6.3 billion (25.2% YoY growth).</a:t>
            </a:r>
            <a:endParaRPr sz="1200" u="sng">
              <a:solidFill>
                <a:schemeClr val="hlink"/>
              </a:solidFill>
            </a:endParaRPr>
          </a:p>
          <a:p>
            <a:pPr indent="0" lvl="0" marL="0" rtl="0" algn="l">
              <a:spcBef>
                <a:spcPts val="1200"/>
              </a:spcBef>
              <a:spcAft>
                <a:spcPts val="0"/>
              </a:spcAft>
              <a:buNone/>
            </a:pPr>
            <a:r>
              <a:t/>
            </a:r>
            <a:endParaRPr sz="1200">
              <a:solidFill>
                <a:schemeClr val="dk1"/>
              </a:solidFill>
              <a:latin typeface="Open Sans Light"/>
              <a:ea typeface="Open Sans Light"/>
              <a:cs typeface="Open Sans Light"/>
              <a:sym typeface="Open Sans Light"/>
            </a:endParaRPr>
          </a:p>
        </p:txBody>
      </p:sp>
      <p:sp>
        <p:nvSpPr>
          <p:cNvPr id="265" name="Google Shape;265;p37"/>
          <p:cNvSpPr txBox="1"/>
          <p:nvPr/>
        </p:nvSpPr>
        <p:spPr>
          <a:xfrm>
            <a:off x="7449450" y="4774200"/>
            <a:ext cx="1652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Open Sans Light"/>
                <a:ea typeface="Open Sans Light"/>
                <a:cs typeface="Open Sans Light"/>
                <a:sym typeface="Open Sans Light"/>
              </a:rPr>
              <a:t>Michael Curtin</a:t>
            </a:r>
            <a:endParaRPr sz="1200">
              <a:solidFill>
                <a:schemeClr val="dk1"/>
              </a:solidFill>
              <a:latin typeface="Open Sans Light"/>
              <a:ea typeface="Open Sans Light"/>
              <a:cs typeface="Open Sans Light"/>
              <a:sym typeface="Open Sans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ctrTitle"/>
          </p:nvPr>
        </p:nvSpPr>
        <p:spPr>
          <a:xfrm>
            <a:off x="248475" y="247025"/>
            <a:ext cx="42459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600"/>
              <a:t>Projected </a:t>
            </a:r>
            <a:r>
              <a:rPr lang="es" sz="2600"/>
              <a:t>Financial</a:t>
            </a:r>
            <a:r>
              <a:rPr lang="es" sz="2600"/>
              <a:t> Metrics</a:t>
            </a:r>
            <a:endParaRPr sz="26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p:txBody>
      </p:sp>
      <p:sp>
        <p:nvSpPr>
          <p:cNvPr id="271" name="Google Shape;271;p38"/>
          <p:cNvSpPr txBox="1"/>
          <p:nvPr/>
        </p:nvSpPr>
        <p:spPr>
          <a:xfrm>
            <a:off x="248475" y="795125"/>
            <a:ext cx="8696700" cy="387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chemeClr val="dk1"/>
                </a:solidFill>
                <a:latin typeface="Open Sans"/>
                <a:ea typeface="Open Sans"/>
                <a:cs typeface="Open Sans"/>
                <a:sym typeface="Open Sans"/>
              </a:rPr>
              <a:t>Verizon does not provide explicit "projected sales for the next five years"; instead, they provide annual guidance, such as expecting total wireless service revenue growth of 2.0% to 2.8% in 2025, and analyst reports provide estimates, such as an average annual revenue of around $141 billion in 2026.</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rPr lang="es" sz="1500">
                <a:solidFill>
                  <a:schemeClr val="dk1"/>
                </a:solidFill>
                <a:latin typeface="Open Sans"/>
                <a:ea typeface="Open Sans"/>
                <a:cs typeface="Open Sans"/>
                <a:sym typeface="Open Sans"/>
              </a:rPr>
              <a:t>Verizon's 2025 guidance calls for wireless service revenue growth of 2.0% to 2.8%.</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rPr lang="es" sz="1500">
                <a:solidFill>
                  <a:schemeClr val="dk1"/>
                </a:solidFill>
                <a:latin typeface="Open Sans"/>
                <a:ea typeface="Open Sans"/>
                <a:cs typeface="Open Sans"/>
                <a:sym typeface="Open Sans"/>
              </a:rPr>
              <a:t>Verizon</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rPr lang="es" sz="1500" u="sng">
                <a:solidFill>
                  <a:schemeClr val="dk1"/>
                </a:solidFill>
                <a:latin typeface="Open Sans"/>
                <a:ea typeface="Open Sans"/>
                <a:cs typeface="Open Sans"/>
                <a:sym typeface="Open Sans"/>
              </a:rPr>
              <a:t>MarketScreener provides projected net sales (revenue) estimates for Verizon:</a:t>
            </a:r>
            <a:endParaRPr sz="1500" u="sng">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rPr lang="es">
                <a:solidFill>
                  <a:schemeClr val="dk1"/>
                </a:solidFill>
                <a:latin typeface="Open Sans"/>
                <a:ea typeface="Open Sans"/>
                <a:cs typeface="Open Sans"/>
                <a:sym typeface="Open Sans"/>
              </a:rPr>
              <a:t>2025: $138,277 million.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s">
                <a:solidFill>
                  <a:schemeClr val="dk1"/>
                </a:solidFill>
                <a:latin typeface="Open Sans"/>
                <a:ea typeface="Open Sans"/>
                <a:cs typeface="Open Sans"/>
                <a:sym typeface="Open Sans"/>
              </a:rPr>
              <a:t>2026: $141,221 million.</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s">
                <a:solidFill>
                  <a:schemeClr val="dk1"/>
                </a:solidFill>
                <a:latin typeface="Open Sans"/>
                <a:ea typeface="Open Sans"/>
                <a:cs typeface="Open Sans"/>
                <a:sym typeface="Open Sans"/>
              </a:rPr>
              <a:t>MarketScreener estimates a revenue of $143,373 million in 2027.</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500">
              <a:solidFill>
                <a:schemeClr val="dk1"/>
              </a:solidFill>
              <a:latin typeface="Open Sans"/>
              <a:ea typeface="Open Sans"/>
              <a:cs typeface="Open Sans"/>
              <a:sym typeface="Open Sans"/>
            </a:endParaRPr>
          </a:p>
          <a:p>
            <a:pPr indent="0" lvl="0" marL="0" rtl="0" algn="l">
              <a:spcBef>
                <a:spcPts val="0"/>
              </a:spcBef>
              <a:spcAft>
                <a:spcPts val="0"/>
              </a:spcAft>
              <a:buNone/>
            </a:pPr>
            <a:r>
              <a:rPr lang="es" sz="1500">
                <a:solidFill>
                  <a:schemeClr val="dk1"/>
                </a:solidFill>
                <a:latin typeface="Open Sans"/>
                <a:ea typeface="Open Sans"/>
                <a:cs typeface="Open Sans"/>
                <a:sym typeface="Open Sans"/>
              </a:rPr>
              <a:t>According to AlphaSpread, Verizon's revenue has grown at a rate of approximately 2% per year, with a projected CAGR of around 3% in the coming years.</a:t>
            </a:r>
            <a:endParaRPr sz="1500">
              <a:solidFill>
                <a:schemeClr val="dk1"/>
              </a:solidFill>
              <a:latin typeface="Open Sans"/>
              <a:ea typeface="Open Sans"/>
              <a:cs typeface="Open Sans"/>
              <a:sym typeface="Open Sans"/>
            </a:endParaRPr>
          </a:p>
        </p:txBody>
      </p:sp>
      <p:sp>
        <p:nvSpPr>
          <p:cNvPr id="272" name="Google Shape;272;p38"/>
          <p:cNvSpPr txBox="1"/>
          <p:nvPr/>
        </p:nvSpPr>
        <p:spPr>
          <a:xfrm>
            <a:off x="7702825" y="4805225"/>
            <a:ext cx="1242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latin typeface="Open Sans"/>
                <a:ea typeface="Open Sans"/>
                <a:cs typeface="Open Sans"/>
                <a:sym typeface="Open Sans"/>
              </a:rPr>
              <a:t>Nixi Fuentes</a:t>
            </a:r>
            <a:endParaRPr b="1" sz="1200">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9"/>
          <p:cNvPicPr preferRelativeResize="0"/>
          <p:nvPr/>
        </p:nvPicPr>
        <p:blipFill rotWithShape="1">
          <a:blip r:embed="rId3">
            <a:alphaModFix/>
          </a:blip>
          <a:srcRect b="9871" l="0" r="0" t="9879"/>
          <a:stretch/>
        </p:blipFill>
        <p:spPr>
          <a:xfrm>
            <a:off x="916013" y="993925"/>
            <a:ext cx="7311975" cy="3868900"/>
          </a:xfrm>
          <a:prstGeom prst="rect">
            <a:avLst/>
          </a:prstGeom>
          <a:noFill/>
          <a:ln>
            <a:noFill/>
          </a:ln>
        </p:spPr>
      </p:pic>
      <p:sp>
        <p:nvSpPr>
          <p:cNvPr id="278" name="Google Shape;278;p39"/>
          <p:cNvSpPr txBox="1"/>
          <p:nvPr>
            <p:ph type="ctrTitle"/>
          </p:nvPr>
        </p:nvSpPr>
        <p:spPr>
          <a:xfrm>
            <a:off x="723600" y="470625"/>
            <a:ext cx="6233700" cy="34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Verizon’s Annual Revenue (2021-2025) in US Dollars</a:t>
            </a:r>
            <a:endParaRPr/>
          </a:p>
        </p:txBody>
      </p:sp>
      <p:pic>
        <p:nvPicPr>
          <p:cNvPr id="279" name="Google Shape;279;p39"/>
          <p:cNvPicPr preferRelativeResize="0"/>
          <p:nvPr/>
        </p:nvPicPr>
        <p:blipFill>
          <a:blip r:embed="rId4">
            <a:alphaModFix/>
          </a:blip>
          <a:stretch>
            <a:fillRect/>
          </a:stretch>
        </p:blipFill>
        <p:spPr>
          <a:xfrm>
            <a:off x="1581825" y="1167825"/>
            <a:ext cx="5723424" cy="3561224"/>
          </a:xfrm>
          <a:prstGeom prst="rect">
            <a:avLst/>
          </a:prstGeom>
          <a:noFill/>
          <a:ln>
            <a:noFill/>
          </a:ln>
        </p:spPr>
      </p:pic>
      <p:sp>
        <p:nvSpPr>
          <p:cNvPr id="280" name="Google Shape;280;p39"/>
          <p:cNvSpPr txBox="1"/>
          <p:nvPr/>
        </p:nvSpPr>
        <p:spPr>
          <a:xfrm>
            <a:off x="7702825" y="4805225"/>
            <a:ext cx="1242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latin typeface="Open Sans"/>
                <a:ea typeface="Open Sans"/>
                <a:cs typeface="Open Sans"/>
                <a:sym typeface="Open Sans"/>
              </a:rPr>
              <a:t>Nixi Fuentes</a:t>
            </a:r>
            <a:endParaRPr b="1" sz="1200">
              <a:solidFill>
                <a:schemeClr val="dk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ctrTitle"/>
          </p:nvPr>
        </p:nvSpPr>
        <p:spPr>
          <a:xfrm>
            <a:off x="723600" y="470625"/>
            <a:ext cx="43926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300"/>
              <a:t>Verizon’s Supply Chain Network</a:t>
            </a:r>
            <a:endParaRPr sz="2300"/>
          </a:p>
        </p:txBody>
      </p:sp>
      <p:sp>
        <p:nvSpPr>
          <p:cNvPr id="286" name="Google Shape;286;p40"/>
          <p:cNvSpPr txBox="1"/>
          <p:nvPr/>
        </p:nvSpPr>
        <p:spPr>
          <a:xfrm>
            <a:off x="198775" y="1197425"/>
            <a:ext cx="8634300" cy="3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latin typeface="Open Sans"/>
                <a:ea typeface="Open Sans"/>
                <a:cs typeface="Open Sans"/>
                <a:sym typeface="Open Sans"/>
              </a:rPr>
              <a:t>Retail:</a:t>
            </a:r>
            <a:endParaRPr b="1" sz="1200">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Verizon has a large network of retail locations. As of mid-2025, there are about 6,478 Verizon locations in the U.S. across all states and territories.</a:t>
            </a:r>
            <a:r>
              <a:rPr lang="es" sz="1100">
                <a:solidFill>
                  <a:schemeClr val="dk1"/>
                </a:solidFill>
                <a:uFill>
                  <a:noFill/>
                </a:uFill>
                <a:latin typeface="Open Sans"/>
                <a:ea typeface="Open Sans"/>
                <a:cs typeface="Open Sans"/>
                <a:sym typeface="Open Sans"/>
                <a:hlinkClick r:id="rId3">
                  <a:extLst>
                    <a:ext uri="{A12FA001-AC4F-418D-AE19-62706E023703}">
                      <ahyp:hlinkClr val="tx"/>
                    </a:ext>
                  </a:extLst>
                </a:hlinkClick>
              </a:rPr>
              <a:t> </a:t>
            </a:r>
            <a:br>
              <a:rPr lang="es" sz="1100" u="sng">
                <a:solidFill>
                  <a:schemeClr val="dk1"/>
                </a:solidFill>
                <a:latin typeface="Open Sans"/>
                <a:ea typeface="Open Sans"/>
                <a:cs typeface="Open Sans"/>
                <a:sym typeface="Open Sans"/>
                <a:hlinkClick r:id="rId4">
                  <a:extLst>
                    <a:ext uri="{A12FA001-AC4F-418D-AE19-62706E023703}">
                      <ahyp:hlinkClr val="tx"/>
                    </a:ext>
                  </a:extLst>
                </a:hlinkClick>
              </a:rPr>
            </a:br>
            <a:endParaRPr sz="1100" u="sng">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These include corporate Verizon-owned stores and many authorized retailers / kiosks / agent stores (third-party stores selling Verizon products) so the channel is a mix. </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b="1" lang="es" sz="1100">
                <a:solidFill>
                  <a:schemeClr val="dk1"/>
                </a:solidFill>
                <a:latin typeface="Open Sans"/>
                <a:ea typeface="Open Sans"/>
                <a:cs typeface="Open Sans"/>
                <a:sym typeface="Open Sans"/>
              </a:rPr>
              <a:t>Supply &amp; Sourcing Equipment:</a:t>
            </a:r>
            <a:endParaRPr b="1" sz="1100">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Verizon sources network equipment (5G base stations, radios, antennas, etc.) from major global vendors such as Ericsson, Samsung, and Nokia. For instance, Samsung agreed to supply approximately $6.6 billion in network equipment. </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Verizon manufactures some of its network hardware in the United States. For example, Ericsson operates a "smart factory" in Texas that manufactures 5G radio/antenna systems.</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b="1" sz="1100">
              <a:solidFill>
                <a:schemeClr val="dk1"/>
              </a:solidFill>
              <a:latin typeface="Open Sans"/>
              <a:ea typeface="Open Sans"/>
              <a:cs typeface="Open Sans"/>
              <a:sym typeface="Open Sans"/>
            </a:endParaRPr>
          </a:p>
          <a:p>
            <a:pPr indent="0" lvl="0" marL="0" rtl="0" algn="l">
              <a:spcBef>
                <a:spcPts val="0"/>
              </a:spcBef>
              <a:spcAft>
                <a:spcPts val="0"/>
              </a:spcAft>
              <a:buNone/>
            </a:pPr>
            <a:r>
              <a:rPr b="1" lang="es" sz="1100">
                <a:solidFill>
                  <a:schemeClr val="dk1"/>
                </a:solidFill>
                <a:latin typeface="Open Sans"/>
                <a:ea typeface="Open Sans"/>
                <a:cs typeface="Open Sans"/>
                <a:sym typeface="Open Sans"/>
              </a:rPr>
              <a:t>Technology and Processes</a:t>
            </a:r>
            <a:endParaRPr b="1" sz="1100">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Verizon uses advanced supply chain planning platforms, such as its "OnePlanning" AI/ML platform, for forecasting, inventory optimization, and replenishment in the mobile devices and accessories business.</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info.tmforum.org</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rPr lang="es" sz="1100">
                <a:solidFill>
                  <a:schemeClr val="dk1"/>
                </a:solidFill>
                <a:latin typeface="Open Sans"/>
                <a:ea typeface="Open Sans"/>
                <a:cs typeface="Open Sans"/>
                <a:sym typeface="Open Sans"/>
              </a:rPr>
              <a:t>They also use IoT, real-time visibility tools, and demand forecasting to improve coordination between warehouses, distribution centers, and retail.</a:t>
            </a:r>
            <a:endParaRPr sz="11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1"/>
              </a:solidFill>
              <a:latin typeface="Open Sans"/>
              <a:ea typeface="Open Sans"/>
              <a:cs typeface="Open Sans"/>
              <a:sym typeface="Open Sans"/>
            </a:endParaRPr>
          </a:p>
        </p:txBody>
      </p:sp>
      <p:sp>
        <p:nvSpPr>
          <p:cNvPr id="287" name="Google Shape;287;p40"/>
          <p:cNvSpPr txBox="1"/>
          <p:nvPr/>
        </p:nvSpPr>
        <p:spPr>
          <a:xfrm>
            <a:off x="7702825" y="4805225"/>
            <a:ext cx="12426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dk1"/>
                </a:solidFill>
                <a:latin typeface="Open Sans"/>
                <a:ea typeface="Open Sans"/>
                <a:cs typeface="Open Sans"/>
                <a:sym typeface="Open Sans"/>
              </a:rPr>
              <a:t>Nixi Fuentes</a:t>
            </a:r>
            <a:endParaRPr b="1" sz="1200">
              <a:solidFill>
                <a:schemeClr val="dk1"/>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ctrTitle"/>
          </p:nvPr>
        </p:nvSpPr>
        <p:spPr>
          <a:xfrm>
            <a:off x="2864275" y="221650"/>
            <a:ext cx="4513800" cy="37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300"/>
              <a:t>SUPPLY CHAIN NETWORK</a:t>
            </a:r>
            <a:endParaRPr sz="2300"/>
          </a:p>
        </p:txBody>
      </p:sp>
      <p:sp>
        <p:nvSpPr>
          <p:cNvPr id="293" name="Google Shape;293;p41"/>
          <p:cNvSpPr/>
          <p:nvPr/>
        </p:nvSpPr>
        <p:spPr>
          <a:xfrm>
            <a:off x="3373209" y="1420018"/>
            <a:ext cx="2460600" cy="2146200"/>
          </a:xfrm>
          <a:prstGeom prst="rect">
            <a:avLst/>
          </a:prstGeom>
          <a:noFill/>
          <a:ln cap="flat" cmpd="sng" w="9275">
            <a:solidFill>
              <a:schemeClr val="dk1"/>
            </a:solidFill>
            <a:prstDash val="solid"/>
            <a:round/>
            <a:headEnd len="sm" w="sm" type="none"/>
            <a:tailEnd len="sm" w="sm" type="none"/>
          </a:ln>
        </p:spPr>
        <p:txBody>
          <a:bodyPr anchorCtr="0" anchor="ctr" bIns="89125" lIns="89125" spcFirstLastPara="1" rIns="89125" wrap="square" tIns="89125">
            <a:noAutofit/>
          </a:bodyPr>
          <a:lstStyle/>
          <a:p>
            <a:pPr indent="0" lvl="0" marL="0" rtl="0" algn="l">
              <a:spcBef>
                <a:spcPts val="0"/>
              </a:spcBef>
              <a:spcAft>
                <a:spcPts val="0"/>
              </a:spcAft>
              <a:buNone/>
            </a:pPr>
            <a:r>
              <a:t/>
            </a:r>
            <a:endParaRPr/>
          </a:p>
        </p:txBody>
      </p:sp>
      <p:sp>
        <p:nvSpPr>
          <p:cNvPr id="294" name="Google Shape;294;p41"/>
          <p:cNvSpPr txBox="1"/>
          <p:nvPr/>
        </p:nvSpPr>
        <p:spPr>
          <a:xfrm>
            <a:off x="3623355" y="2272723"/>
            <a:ext cx="1959900" cy="593700"/>
          </a:xfrm>
          <a:prstGeom prst="rect">
            <a:avLst/>
          </a:prstGeom>
          <a:noFill/>
          <a:ln>
            <a:noFill/>
          </a:ln>
        </p:spPr>
        <p:txBody>
          <a:bodyPr anchorCtr="0" anchor="b" bIns="89125" lIns="89125" spcFirstLastPara="1" rIns="89125" wrap="square" tIns="89125">
            <a:noAutofit/>
          </a:bodyPr>
          <a:lstStyle/>
          <a:p>
            <a:pPr indent="0" lvl="0" marL="0" rtl="0" algn="ctr">
              <a:spcBef>
                <a:spcPts val="0"/>
              </a:spcBef>
              <a:spcAft>
                <a:spcPts val="0"/>
              </a:spcAft>
              <a:buNone/>
            </a:pPr>
            <a:r>
              <a:rPr lang="es" sz="1949">
                <a:solidFill>
                  <a:schemeClr val="dk1"/>
                </a:solidFill>
                <a:latin typeface="DM Serif Display"/>
                <a:ea typeface="DM Serif Display"/>
                <a:cs typeface="DM Serif Display"/>
                <a:sym typeface="DM Serif Display"/>
              </a:rPr>
              <a:t>SUPPLY CHAIN NETWORK</a:t>
            </a:r>
            <a:endParaRPr sz="1949">
              <a:solidFill>
                <a:schemeClr val="dk1"/>
              </a:solidFill>
              <a:latin typeface="DM Serif Display"/>
              <a:ea typeface="DM Serif Display"/>
              <a:cs typeface="DM Serif Display"/>
              <a:sym typeface="DM Serif Display"/>
            </a:endParaRPr>
          </a:p>
        </p:txBody>
      </p:sp>
      <p:sp>
        <p:nvSpPr>
          <p:cNvPr id="295" name="Google Shape;295;p41"/>
          <p:cNvSpPr/>
          <p:nvPr/>
        </p:nvSpPr>
        <p:spPr>
          <a:xfrm>
            <a:off x="5251886" y="1204326"/>
            <a:ext cx="1222200" cy="729300"/>
          </a:xfrm>
          <a:prstGeom prst="rect">
            <a:avLst/>
          </a:prstGeom>
          <a:solidFill>
            <a:schemeClr val="dk1"/>
          </a:solidFill>
          <a:ln>
            <a:noFill/>
          </a:ln>
        </p:spPr>
        <p:txBody>
          <a:bodyPr anchorCtr="0" anchor="ctr" bIns="89125" lIns="89125" spcFirstLastPara="1" rIns="89125" wrap="square" tIns="89125">
            <a:noAutofit/>
          </a:bodyPr>
          <a:lstStyle/>
          <a:p>
            <a:pPr indent="0" lvl="0" marL="0" rtl="0" algn="l">
              <a:spcBef>
                <a:spcPts val="0"/>
              </a:spcBef>
              <a:spcAft>
                <a:spcPts val="0"/>
              </a:spcAft>
              <a:buNone/>
            </a:pPr>
            <a:r>
              <a:t/>
            </a:r>
            <a:endParaRPr/>
          </a:p>
        </p:txBody>
      </p:sp>
      <p:sp>
        <p:nvSpPr>
          <p:cNvPr id="296" name="Google Shape;296;p41"/>
          <p:cNvSpPr txBox="1"/>
          <p:nvPr/>
        </p:nvSpPr>
        <p:spPr>
          <a:xfrm>
            <a:off x="5251886" y="1348479"/>
            <a:ext cx="1222200" cy="440700"/>
          </a:xfrm>
          <a:prstGeom prst="rect">
            <a:avLst/>
          </a:prstGeom>
          <a:noFill/>
          <a:ln>
            <a:noFill/>
          </a:ln>
        </p:spPr>
        <p:txBody>
          <a:bodyPr anchorCtr="0" anchor="ctr" bIns="89125" lIns="89125" spcFirstLastPara="1" rIns="89125" wrap="square" tIns="89125">
            <a:noAutofit/>
          </a:bodyPr>
          <a:lstStyle/>
          <a:p>
            <a:pPr indent="0" lvl="0" marL="0" rtl="0" algn="ctr">
              <a:spcBef>
                <a:spcPts val="0"/>
              </a:spcBef>
              <a:spcAft>
                <a:spcPts val="0"/>
              </a:spcAft>
              <a:buNone/>
            </a:pPr>
            <a:r>
              <a:rPr lang="es" sz="1170">
                <a:solidFill>
                  <a:schemeClr val="lt1"/>
                </a:solidFill>
                <a:latin typeface="DM Serif Display"/>
                <a:ea typeface="DM Serif Display"/>
                <a:cs typeface="DM Serif Display"/>
                <a:sym typeface="DM Serif Display"/>
              </a:rPr>
              <a:t>Plants</a:t>
            </a:r>
            <a:endParaRPr sz="1170">
              <a:solidFill>
                <a:schemeClr val="lt1"/>
              </a:solidFill>
              <a:latin typeface="DM Serif Display"/>
              <a:ea typeface="DM Serif Display"/>
              <a:cs typeface="DM Serif Display"/>
              <a:sym typeface="DM Serif Display"/>
            </a:endParaRPr>
          </a:p>
        </p:txBody>
      </p:sp>
      <p:sp>
        <p:nvSpPr>
          <p:cNvPr id="297" name="Google Shape;297;p41"/>
          <p:cNvSpPr txBox="1"/>
          <p:nvPr/>
        </p:nvSpPr>
        <p:spPr>
          <a:xfrm>
            <a:off x="6280300" y="1407950"/>
            <a:ext cx="2985000" cy="528600"/>
          </a:xfrm>
          <a:prstGeom prst="rect">
            <a:avLst/>
          </a:prstGeom>
          <a:noFill/>
          <a:ln>
            <a:noFill/>
          </a:ln>
        </p:spPr>
        <p:txBody>
          <a:bodyPr anchorCtr="0" anchor="ctr" bIns="106875" lIns="106875" spcFirstLastPara="1" rIns="106875" wrap="square" tIns="106875">
            <a:noAutofit/>
          </a:bodyPr>
          <a:lstStyle/>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Verizon does not manufacture directly, relies on global suppliers.</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Some local production emerging via partners like Orbic in the U.S.</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Network hardware mainly built in Asia and Europe.</a:t>
            </a:r>
            <a:endParaRPr sz="1169">
              <a:solidFill>
                <a:schemeClr val="dk1"/>
              </a:solidFill>
              <a:latin typeface="Open Sans Light"/>
              <a:ea typeface="Open Sans Light"/>
              <a:cs typeface="Open Sans Light"/>
              <a:sym typeface="Open Sans Light"/>
            </a:endParaRPr>
          </a:p>
        </p:txBody>
      </p:sp>
      <p:sp>
        <p:nvSpPr>
          <p:cNvPr id="298" name="Google Shape;298;p41"/>
          <p:cNvSpPr/>
          <p:nvPr/>
        </p:nvSpPr>
        <p:spPr>
          <a:xfrm>
            <a:off x="5251886" y="3205451"/>
            <a:ext cx="1222200" cy="729300"/>
          </a:xfrm>
          <a:prstGeom prst="rect">
            <a:avLst/>
          </a:prstGeom>
          <a:solidFill>
            <a:schemeClr val="dk1"/>
          </a:solidFill>
          <a:ln>
            <a:noFill/>
          </a:ln>
        </p:spPr>
        <p:txBody>
          <a:bodyPr anchorCtr="0" anchor="ctr" bIns="89125" lIns="89125" spcFirstLastPara="1" rIns="89125" wrap="square" tIns="89125">
            <a:noAutofit/>
          </a:bodyPr>
          <a:lstStyle/>
          <a:p>
            <a:pPr indent="0" lvl="0" marL="0" rtl="0" algn="l">
              <a:spcBef>
                <a:spcPts val="0"/>
              </a:spcBef>
              <a:spcAft>
                <a:spcPts val="0"/>
              </a:spcAft>
              <a:buNone/>
            </a:pPr>
            <a:r>
              <a:t/>
            </a:r>
            <a:endParaRPr/>
          </a:p>
        </p:txBody>
      </p:sp>
      <p:sp>
        <p:nvSpPr>
          <p:cNvPr id="299" name="Google Shape;299;p41"/>
          <p:cNvSpPr txBox="1"/>
          <p:nvPr/>
        </p:nvSpPr>
        <p:spPr>
          <a:xfrm>
            <a:off x="5251886" y="3354036"/>
            <a:ext cx="1222200" cy="440700"/>
          </a:xfrm>
          <a:prstGeom prst="rect">
            <a:avLst/>
          </a:prstGeom>
          <a:noFill/>
          <a:ln>
            <a:noFill/>
          </a:ln>
        </p:spPr>
        <p:txBody>
          <a:bodyPr anchorCtr="0" anchor="ctr" bIns="89125" lIns="89125" spcFirstLastPara="1" rIns="89125" wrap="square" tIns="89125">
            <a:noAutofit/>
          </a:bodyPr>
          <a:lstStyle/>
          <a:p>
            <a:pPr indent="0" lvl="0" marL="0" rtl="0" algn="ctr">
              <a:spcBef>
                <a:spcPts val="0"/>
              </a:spcBef>
              <a:spcAft>
                <a:spcPts val="0"/>
              </a:spcAft>
              <a:buNone/>
            </a:pPr>
            <a:r>
              <a:rPr lang="es" sz="1170">
                <a:solidFill>
                  <a:schemeClr val="lt1"/>
                </a:solidFill>
                <a:latin typeface="DM Serif Display"/>
                <a:ea typeface="DM Serif Display"/>
                <a:cs typeface="DM Serif Display"/>
                <a:sym typeface="DM Serif Display"/>
              </a:rPr>
              <a:t>Retail outlets</a:t>
            </a:r>
            <a:endParaRPr sz="1170">
              <a:solidFill>
                <a:schemeClr val="lt1"/>
              </a:solidFill>
              <a:latin typeface="DM Serif Display"/>
              <a:ea typeface="DM Serif Display"/>
              <a:cs typeface="DM Serif Display"/>
              <a:sym typeface="DM Serif Display"/>
            </a:endParaRPr>
          </a:p>
        </p:txBody>
      </p:sp>
      <p:sp>
        <p:nvSpPr>
          <p:cNvPr id="300" name="Google Shape;300;p41"/>
          <p:cNvSpPr txBox="1"/>
          <p:nvPr/>
        </p:nvSpPr>
        <p:spPr>
          <a:xfrm>
            <a:off x="6382250" y="3566225"/>
            <a:ext cx="2718600" cy="528600"/>
          </a:xfrm>
          <a:prstGeom prst="rect">
            <a:avLst/>
          </a:prstGeom>
          <a:noFill/>
          <a:ln>
            <a:noFill/>
          </a:ln>
        </p:spPr>
        <p:txBody>
          <a:bodyPr anchorCtr="0" anchor="ctr" bIns="106875" lIns="106875" spcFirstLastPara="1" rIns="106875" wrap="square" tIns="106875">
            <a:noAutofit/>
          </a:bodyPr>
          <a:lstStyle/>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Around 6,200–6,500 Verizon stores across the U.S.</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Includes both corporate-owned and authorized retailer locations.</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Stores replenished based on data-driven demand forecasting.</a:t>
            </a:r>
            <a:endParaRPr sz="1169">
              <a:solidFill>
                <a:schemeClr val="dk1"/>
              </a:solidFill>
              <a:latin typeface="Open Sans Light"/>
              <a:ea typeface="Open Sans Light"/>
              <a:cs typeface="Open Sans Light"/>
              <a:sym typeface="Open Sans Light"/>
            </a:endParaRPr>
          </a:p>
        </p:txBody>
      </p:sp>
      <p:sp>
        <p:nvSpPr>
          <p:cNvPr id="301" name="Google Shape;301;p41"/>
          <p:cNvSpPr/>
          <p:nvPr/>
        </p:nvSpPr>
        <p:spPr>
          <a:xfrm flipH="1">
            <a:off x="2762314" y="1204326"/>
            <a:ext cx="1222200" cy="729300"/>
          </a:xfrm>
          <a:prstGeom prst="rect">
            <a:avLst/>
          </a:prstGeom>
          <a:solidFill>
            <a:schemeClr val="dk1"/>
          </a:solidFill>
          <a:ln>
            <a:noFill/>
          </a:ln>
        </p:spPr>
        <p:txBody>
          <a:bodyPr anchorCtr="0" anchor="ctr" bIns="89125" lIns="89125" spcFirstLastPara="1" rIns="89125" wrap="square" tIns="89125">
            <a:noAutofit/>
          </a:bodyPr>
          <a:lstStyle/>
          <a:p>
            <a:pPr indent="0" lvl="0" marL="0" rtl="0" algn="l">
              <a:spcBef>
                <a:spcPts val="0"/>
              </a:spcBef>
              <a:spcAft>
                <a:spcPts val="0"/>
              </a:spcAft>
              <a:buNone/>
            </a:pPr>
            <a:r>
              <a:t/>
            </a:r>
            <a:endParaRPr sz="1167"/>
          </a:p>
        </p:txBody>
      </p:sp>
      <p:sp>
        <p:nvSpPr>
          <p:cNvPr id="302" name="Google Shape;302;p41"/>
          <p:cNvSpPr txBox="1"/>
          <p:nvPr/>
        </p:nvSpPr>
        <p:spPr>
          <a:xfrm flipH="1">
            <a:off x="2762314" y="1348479"/>
            <a:ext cx="1222200" cy="440700"/>
          </a:xfrm>
          <a:prstGeom prst="rect">
            <a:avLst/>
          </a:prstGeom>
          <a:noFill/>
          <a:ln>
            <a:noFill/>
          </a:ln>
        </p:spPr>
        <p:txBody>
          <a:bodyPr anchorCtr="0" anchor="ctr" bIns="89125" lIns="89125" spcFirstLastPara="1" rIns="89125" wrap="square" tIns="89125">
            <a:noAutofit/>
          </a:bodyPr>
          <a:lstStyle/>
          <a:p>
            <a:pPr indent="0" lvl="0" marL="0" rtl="0" algn="ctr">
              <a:spcBef>
                <a:spcPts val="0"/>
              </a:spcBef>
              <a:spcAft>
                <a:spcPts val="0"/>
              </a:spcAft>
              <a:buNone/>
            </a:pPr>
            <a:r>
              <a:rPr lang="es" sz="1170">
                <a:solidFill>
                  <a:schemeClr val="lt1"/>
                </a:solidFill>
                <a:latin typeface="DM Serif Display"/>
                <a:ea typeface="DM Serif Display"/>
                <a:cs typeface="DM Serif Display"/>
                <a:sym typeface="DM Serif Display"/>
              </a:rPr>
              <a:t>Supply sources</a:t>
            </a:r>
            <a:endParaRPr sz="1170">
              <a:solidFill>
                <a:schemeClr val="lt1"/>
              </a:solidFill>
              <a:latin typeface="DM Serif Display"/>
              <a:ea typeface="DM Serif Display"/>
              <a:cs typeface="DM Serif Display"/>
              <a:sym typeface="DM Serif Display"/>
            </a:endParaRPr>
          </a:p>
        </p:txBody>
      </p:sp>
      <p:sp>
        <p:nvSpPr>
          <p:cNvPr id="303" name="Google Shape;303;p41"/>
          <p:cNvSpPr txBox="1"/>
          <p:nvPr/>
        </p:nvSpPr>
        <p:spPr>
          <a:xfrm flipH="1">
            <a:off x="-176925" y="908300"/>
            <a:ext cx="2985000" cy="1527900"/>
          </a:xfrm>
          <a:prstGeom prst="rect">
            <a:avLst/>
          </a:prstGeom>
          <a:noFill/>
          <a:ln>
            <a:noFill/>
          </a:ln>
        </p:spPr>
        <p:txBody>
          <a:bodyPr anchorCtr="0" anchor="ctr" bIns="106875" lIns="106875" spcFirstLastPara="1" rIns="106875" wrap="square" tIns="106875">
            <a:noAutofit/>
          </a:bodyPr>
          <a:lstStyle/>
          <a:p>
            <a:pPr indent="0" lvl="0" marL="0" rtl="0" algn="l">
              <a:spcBef>
                <a:spcPts val="0"/>
              </a:spcBef>
              <a:spcAft>
                <a:spcPts val="0"/>
              </a:spcAft>
              <a:buNone/>
            </a:pPr>
            <a:r>
              <a:t/>
            </a:r>
            <a:endParaRPr sz="1100">
              <a:solidFill>
                <a:schemeClr val="dk1"/>
              </a:solidFill>
              <a:latin typeface="Open Sans Light"/>
              <a:ea typeface="Open Sans Light"/>
              <a:cs typeface="Open Sans Light"/>
              <a:sym typeface="Open Sans Light"/>
            </a:endParaRPr>
          </a:p>
          <a:p>
            <a:pPr indent="-298450" lvl="0" marL="457200" rtl="0" algn="l">
              <a:spcBef>
                <a:spcPts val="0"/>
              </a:spcBef>
              <a:spcAft>
                <a:spcPts val="0"/>
              </a:spcAft>
              <a:buClr>
                <a:schemeClr val="dk1"/>
              </a:buClr>
              <a:buSzPts val="1100"/>
              <a:buFont typeface="Open Sans Light"/>
              <a:buChar char="●"/>
            </a:pPr>
            <a:r>
              <a:rPr lang="es" sz="1100">
                <a:solidFill>
                  <a:schemeClr val="dk1"/>
                </a:solidFill>
                <a:latin typeface="Open Sans Light"/>
                <a:ea typeface="Open Sans Light"/>
                <a:cs typeface="Open Sans Light"/>
                <a:sym typeface="Open Sans Light"/>
              </a:rPr>
              <a:t>Equipment from major global vendors: Ericsson, Nokia, Samsung, etc.</a:t>
            </a:r>
            <a:endParaRPr sz="1100">
              <a:solidFill>
                <a:schemeClr val="dk1"/>
              </a:solidFill>
              <a:latin typeface="Open Sans Light"/>
              <a:ea typeface="Open Sans Light"/>
              <a:cs typeface="Open Sans Light"/>
              <a:sym typeface="Open Sans Light"/>
            </a:endParaRPr>
          </a:p>
          <a:p>
            <a:pPr indent="-298450" lvl="0" marL="457200" rtl="0" algn="l">
              <a:spcBef>
                <a:spcPts val="0"/>
              </a:spcBef>
              <a:spcAft>
                <a:spcPts val="0"/>
              </a:spcAft>
              <a:buClr>
                <a:schemeClr val="dk1"/>
              </a:buClr>
              <a:buSzPts val="1100"/>
              <a:buFont typeface="Open Sans Light"/>
              <a:buChar char="●"/>
            </a:pPr>
            <a:r>
              <a:rPr lang="es" sz="1100">
                <a:solidFill>
                  <a:schemeClr val="dk1"/>
                </a:solidFill>
                <a:latin typeface="Open Sans Light"/>
                <a:ea typeface="Open Sans Light"/>
                <a:cs typeface="Open Sans Light"/>
                <a:sym typeface="Open Sans Light"/>
              </a:rPr>
              <a:t>Devices mainly from Asia (China, Taiwan).</a:t>
            </a:r>
            <a:endParaRPr sz="1100">
              <a:solidFill>
                <a:schemeClr val="dk1"/>
              </a:solidFill>
              <a:latin typeface="Open Sans Light"/>
              <a:ea typeface="Open Sans Light"/>
              <a:cs typeface="Open Sans Light"/>
              <a:sym typeface="Open Sans Light"/>
            </a:endParaRPr>
          </a:p>
          <a:p>
            <a:pPr indent="-298450" lvl="0" marL="457200" rtl="0" algn="l">
              <a:spcBef>
                <a:spcPts val="0"/>
              </a:spcBef>
              <a:spcAft>
                <a:spcPts val="0"/>
              </a:spcAft>
              <a:buClr>
                <a:schemeClr val="dk1"/>
              </a:buClr>
              <a:buSzPts val="1100"/>
              <a:buFont typeface="Open Sans Light"/>
              <a:buChar char="●"/>
            </a:pPr>
            <a:r>
              <a:rPr lang="es" sz="1100">
                <a:solidFill>
                  <a:schemeClr val="dk1"/>
                </a:solidFill>
                <a:latin typeface="Open Sans Light"/>
                <a:ea typeface="Open Sans Light"/>
                <a:cs typeface="Open Sans Light"/>
                <a:sym typeface="Open Sans Light"/>
              </a:rPr>
              <a:t>Growing domestic assembly (Orbic Electronics plant in New York).</a:t>
            </a:r>
            <a:endParaRPr sz="1100">
              <a:solidFill>
                <a:schemeClr val="dk1"/>
              </a:solidFill>
              <a:latin typeface="Open Sans Light"/>
              <a:ea typeface="Open Sans Light"/>
              <a:cs typeface="Open Sans Light"/>
              <a:sym typeface="Open Sans Light"/>
            </a:endParaRPr>
          </a:p>
          <a:p>
            <a:pPr indent="-298450" lvl="0" marL="457200" rtl="0" algn="l">
              <a:spcBef>
                <a:spcPts val="0"/>
              </a:spcBef>
              <a:spcAft>
                <a:spcPts val="0"/>
              </a:spcAft>
              <a:buClr>
                <a:schemeClr val="dk1"/>
              </a:buClr>
              <a:buSzPts val="1100"/>
              <a:buFont typeface="Open Sans Light"/>
              <a:buChar char="●"/>
            </a:pPr>
            <a:r>
              <a:rPr lang="es" sz="1100">
                <a:solidFill>
                  <a:schemeClr val="dk1"/>
                </a:solidFill>
                <a:latin typeface="Open Sans Light"/>
                <a:ea typeface="Open Sans Light"/>
                <a:cs typeface="Open Sans Light"/>
                <a:sym typeface="Open Sans Light"/>
              </a:rPr>
              <a:t>Strong Supplier Code of Conduct and supplier diversity programs.</a:t>
            </a:r>
            <a:endParaRPr sz="1100">
              <a:solidFill>
                <a:schemeClr val="dk1"/>
              </a:solidFill>
              <a:latin typeface="Open Sans Light"/>
              <a:ea typeface="Open Sans Light"/>
              <a:cs typeface="Open Sans Light"/>
              <a:sym typeface="Open Sans Light"/>
            </a:endParaRPr>
          </a:p>
        </p:txBody>
      </p:sp>
      <p:sp>
        <p:nvSpPr>
          <p:cNvPr id="304" name="Google Shape;304;p41"/>
          <p:cNvSpPr/>
          <p:nvPr/>
        </p:nvSpPr>
        <p:spPr>
          <a:xfrm flipH="1">
            <a:off x="2762314" y="3209882"/>
            <a:ext cx="1222200" cy="729300"/>
          </a:xfrm>
          <a:prstGeom prst="rect">
            <a:avLst/>
          </a:prstGeom>
          <a:solidFill>
            <a:schemeClr val="dk1"/>
          </a:solidFill>
          <a:ln>
            <a:noFill/>
          </a:ln>
        </p:spPr>
        <p:txBody>
          <a:bodyPr anchorCtr="0" anchor="ctr" bIns="89125" lIns="89125" spcFirstLastPara="1" rIns="89125" wrap="square" tIns="89125">
            <a:noAutofit/>
          </a:bodyPr>
          <a:lstStyle/>
          <a:p>
            <a:pPr indent="0" lvl="0" marL="0" rtl="0" algn="l">
              <a:spcBef>
                <a:spcPts val="0"/>
              </a:spcBef>
              <a:spcAft>
                <a:spcPts val="0"/>
              </a:spcAft>
              <a:buNone/>
            </a:pPr>
            <a:r>
              <a:t/>
            </a:r>
            <a:endParaRPr/>
          </a:p>
        </p:txBody>
      </p:sp>
      <p:sp>
        <p:nvSpPr>
          <p:cNvPr id="305" name="Google Shape;305;p41"/>
          <p:cNvSpPr txBox="1"/>
          <p:nvPr/>
        </p:nvSpPr>
        <p:spPr>
          <a:xfrm flipH="1">
            <a:off x="2762314" y="3354036"/>
            <a:ext cx="1222200" cy="440700"/>
          </a:xfrm>
          <a:prstGeom prst="rect">
            <a:avLst/>
          </a:prstGeom>
          <a:noFill/>
          <a:ln>
            <a:noFill/>
          </a:ln>
        </p:spPr>
        <p:txBody>
          <a:bodyPr anchorCtr="0" anchor="ctr" bIns="89125" lIns="89125" spcFirstLastPara="1" rIns="89125" wrap="square" tIns="89125">
            <a:noAutofit/>
          </a:bodyPr>
          <a:lstStyle/>
          <a:p>
            <a:pPr indent="0" lvl="0" marL="0" rtl="0" algn="ctr">
              <a:spcBef>
                <a:spcPts val="0"/>
              </a:spcBef>
              <a:spcAft>
                <a:spcPts val="0"/>
              </a:spcAft>
              <a:buNone/>
            </a:pPr>
            <a:r>
              <a:rPr lang="es" sz="1170">
                <a:solidFill>
                  <a:schemeClr val="lt1"/>
                </a:solidFill>
                <a:latin typeface="DM Serif Display"/>
                <a:ea typeface="DM Serif Display"/>
                <a:cs typeface="DM Serif Display"/>
                <a:sym typeface="DM Serif Display"/>
              </a:rPr>
              <a:t>Warehouses</a:t>
            </a:r>
            <a:endParaRPr sz="1170">
              <a:solidFill>
                <a:schemeClr val="lt1"/>
              </a:solidFill>
              <a:latin typeface="DM Serif Display"/>
              <a:ea typeface="DM Serif Display"/>
              <a:cs typeface="DM Serif Display"/>
              <a:sym typeface="DM Serif Display"/>
            </a:endParaRPr>
          </a:p>
        </p:txBody>
      </p:sp>
      <p:sp>
        <p:nvSpPr>
          <p:cNvPr id="306" name="Google Shape;306;p41"/>
          <p:cNvSpPr txBox="1"/>
          <p:nvPr/>
        </p:nvSpPr>
        <p:spPr>
          <a:xfrm flipH="1">
            <a:off x="-176925" y="3411475"/>
            <a:ext cx="2939400" cy="1196700"/>
          </a:xfrm>
          <a:prstGeom prst="rect">
            <a:avLst/>
          </a:prstGeom>
          <a:noFill/>
          <a:ln>
            <a:noFill/>
          </a:ln>
        </p:spPr>
        <p:txBody>
          <a:bodyPr anchorCtr="0" anchor="ctr" bIns="106875" lIns="106875" spcFirstLastPara="1" rIns="106875" wrap="square" tIns="106875">
            <a:noAutofit/>
          </a:bodyPr>
          <a:lstStyle/>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Operates around four main U.S. distribution centers (East, West, South, Midwest).</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DCs handle inventory for retail store restocking and online orders.</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Us</a:t>
            </a:r>
            <a:r>
              <a:rPr lang="es" sz="1169">
                <a:solidFill>
                  <a:schemeClr val="dk1"/>
                </a:solidFill>
                <a:latin typeface="Open Sans Light"/>
                <a:ea typeface="Open Sans Light"/>
                <a:cs typeface="Open Sans Light"/>
                <a:sym typeface="Open Sans Light"/>
              </a:rPr>
              <a:t>e</a:t>
            </a:r>
            <a:r>
              <a:rPr lang="es" sz="1169">
                <a:solidFill>
                  <a:schemeClr val="dk1"/>
                </a:solidFill>
                <a:latin typeface="Open Sans Light"/>
                <a:ea typeface="Open Sans Light"/>
                <a:cs typeface="Open Sans Light"/>
                <a:sym typeface="Open Sans Light"/>
              </a:rPr>
              <a:t>s AI forecasting system “OnePlanning” for inventory and demand management.</a:t>
            </a:r>
            <a:endParaRPr sz="1169">
              <a:solidFill>
                <a:schemeClr val="dk1"/>
              </a:solidFill>
              <a:latin typeface="Open Sans Light"/>
              <a:ea typeface="Open Sans Light"/>
              <a:cs typeface="Open Sans Light"/>
              <a:sym typeface="Open Sans Light"/>
            </a:endParaRPr>
          </a:p>
          <a:p>
            <a:pPr indent="-302821" lvl="0" marL="457200" rtl="0" algn="l">
              <a:spcBef>
                <a:spcPts val="0"/>
              </a:spcBef>
              <a:spcAft>
                <a:spcPts val="0"/>
              </a:spcAft>
              <a:buClr>
                <a:schemeClr val="dk1"/>
              </a:buClr>
              <a:buSzPts val="1169"/>
              <a:buFont typeface="Open Sans Light"/>
              <a:buChar char="●"/>
            </a:pPr>
            <a:r>
              <a:rPr lang="es" sz="1169">
                <a:solidFill>
                  <a:schemeClr val="dk1"/>
                </a:solidFill>
                <a:latin typeface="Open Sans Light"/>
                <a:ea typeface="Open Sans Light"/>
                <a:cs typeface="Open Sans Light"/>
                <a:sym typeface="Open Sans Light"/>
              </a:rPr>
              <a:t>Integrates IoT sensors, RFID, and private 5G for real-time tracking and efficiency.</a:t>
            </a:r>
            <a:endParaRPr sz="1169">
              <a:solidFill>
                <a:schemeClr val="dk1"/>
              </a:solidFill>
              <a:latin typeface="Open Sans Light"/>
              <a:ea typeface="Open Sans Light"/>
              <a:cs typeface="Open Sans Light"/>
              <a:sym typeface="Open Sans Light"/>
            </a:endParaRPr>
          </a:p>
        </p:txBody>
      </p:sp>
      <p:sp>
        <p:nvSpPr>
          <p:cNvPr id="307" name="Google Shape;307;p41"/>
          <p:cNvSpPr txBox="1"/>
          <p:nvPr/>
        </p:nvSpPr>
        <p:spPr>
          <a:xfrm>
            <a:off x="7861775" y="4603500"/>
            <a:ext cx="120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Open Sans Light"/>
                <a:ea typeface="Open Sans Light"/>
                <a:cs typeface="Open Sans Light"/>
                <a:sym typeface="Open Sans Light"/>
              </a:rPr>
              <a:t>Dora Do</a:t>
            </a:r>
            <a:endParaRPr sz="1800">
              <a:solidFill>
                <a:schemeClr val="dk1"/>
              </a:solidFill>
              <a:latin typeface="Open Sans Light"/>
              <a:ea typeface="Open Sans Light"/>
              <a:cs typeface="Open Sans Light"/>
              <a:sym typeface="Open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1" name="Shape 311"/>
        <p:cNvGrpSpPr/>
        <p:nvPr/>
      </p:nvGrpSpPr>
      <p:grpSpPr>
        <a:xfrm>
          <a:off x="0" y="0"/>
          <a:ext cx="0" cy="0"/>
          <a:chOff x="0" y="0"/>
          <a:chExt cx="0" cy="0"/>
        </a:xfrm>
      </p:grpSpPr>
      <p:pic>
        <p:nvPicPr>
          <p:cNvPr id="312" name="Google Shape;312;p42"/>
          <p:cNvPicPr preferRelativeResize="0"/>
          <p:nvPr/>
        </p:nvPicPr>
        <p:blipFill rotWithShape="1">
          <a:blip r:embed="rId4">
            <a:alphaModFix/>
          </a:blip>
          <a:srcRect b="17144" l="13656" r="11678" t="19126"/>
          <a:stretch/>
        </p:blipFill>
        <p:spPr>
          <a:xfrm>
            <a:off x="0" y="-1350"/>
            <a:ext cx="9144000" cy="5146195"/>
          </a:xfrm>
          <a:prstGeom prst="rect">
            <a:avLst/>
          </a:prstGeom>
          <a:noFill/>
          <a:ln>
            <a:noFill/>
          </a:ln>
        </p:spPr>
      </p:pic>
      <p:sp>
        <p:nvSpPr>
          <p:cNvPr id="313" name="Google Shape;313;p42"/>
          <p:cNvSpPr/>
          <p:nvPr/>
        </p:nvSpPr>
        <p:spPr>
          <a:xfrm>
            <a:off x="1304925" y="2076450"/>
            <a:ext cx="1943100" cy="13431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2"/>
          <p:cNvSpPr/>
          <p:nvPr/>
        </p:nvSpPr>
        <p:spPr>
          <a:xfrm>
            <a:off x="2752725" y="-276225"/>
            <a:ext cx="2590800" cy="28386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2"/>
          <p:cNvSpPr/>
          <p:nvPr/>
        </p:nvSpPr>
        <p:spPr>
          <a:xfrm>
            <a:off x="3743325" y="2372700"/>
            <a:ext cx="3891300" cy="24183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2"/>
          <p:cNvSpPr txBox="1"/>
          <p:nvPr/>
        </p:nvSpPr>
        <p:spPr>
          <a:xfrm>
            <a:off x="0" y="116625"/>
            <a:ext cx="9144000" cy="9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700">
                <a:solidFill>
                  <a:schemeClr val="lt1"/>
                </a:solidFill>
                <a:highlight>
                  <a:schemeClr val="dk1"/>
                </a:highlight>
                <a:latin typeface="Open Sans Light"/>
                <a:ea typeface="Open Sans Light"/>
                <a:cs typeface="Open Sans Light"/>
                <a:sym typeface="Open Sans Light"/>
              </a:rPr>
              <a:t>Key Technology Verizon Uses to Streamline its Supply Chain Operations</a:t>
            </a:r>
            <a:endParaRPr sz="2700">
              <a:solidFill>
                <a:schemeClr val="lt1"/>
              </a:solidFill>
              <a:highlight>
                <a:schemeClr val="dk1"/>
              </a:highlight>
              <a:latin typeface="Open Sans Light"/>
              <a:ea typeface="Open Sans Light"/>
              <a:cs typeface="Open Sans Light"/>
              <a:sym typeface="Open Sans Light"/>
            </a:endParaRPr>
          </a:p>
        </p:txBody>
      </p:sp>
      <p:sp>
        <p:nvSpPr>
          <p:cNvPr id="317" name="Google Shape;317;p42"/>
          <p:cNvSpPr/>
          <p:nvPr/>
        </p:nvSpPr>
        <p:spPr>
          <a:xfrm>
            <a:off x="209950" y="1026525"/>
            <a:ext cx="8747400" cy="394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318" name="Google Shape;318;p42"/>
          <p:cNvSpPr txBox="1"/>
          <p:nvPr/>
        </p:nvSpPr>
        <p:spPr>
          <a:xfrm>
            <a:off x="151600" y="1026525"/>
            <a:ext cx="8747400" cy="4257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loT Solutions</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Real-time asset tracking, </a:t>
            </a:r>
            <a:r>
              <a:rPr lang="es" sz="1800">
                <a:solidFill>
                  <a:schemeClr val="dk1"/>
                </a:solidFill>
                <a:latin typeface="Open Sans Light"/>
                <a:ea typeface="Open Sans Light"/>
                <a:cs typeface="Open Sans Light"/>
                <a:sym typeface="Open Sans Light"/>
              </a:rPr>
              <a:t>environmental</a:t>
            </a:r>
            <a:r>
              <a:rPr lang="es" sz="1800">
                <a:solidFill>
                  <a:schemeClr val="dk1"/>
                </a:solidFill>
                <a:latin typeface="Open Sans Light"/>
                <a:ea typeface="Open Sans Light"/>
                <a:cs typeface="Open Sans Light"/>
                <a:sym typeface="Open Sans Light"/>
              </a:rPr>
              <a:t> monitoring, and inventory visibility</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5G+ Edge Computing</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Power robotics, warehouse automation, and real-time analytics for faster operations</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AI / Machine Learning</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Used for demand forecasting, predictive maintenance, and </a:t>
            </a:r>
            <a:r>
              <a:rPr lang="es" sz="1800">
                <a:solidFill>
                  <a:schemeClr val="dk1"/>
                </a:solidFill>
                <a:latin typeface="Open Sans Light"/>
                <a:ea typeface="Open Sans Light"/>
                <a:cs typeface="Open Sans Light"/>
                <a:sym typeface="Open Sans Light"/>
              </a:rPr>
              <a:t>anomaly</a:t>
            </a:r>
            <a:r>
              <a:rPr lang="es" sz="1800">
                <a:solidFill>
                  <a:schemeClr val="dk1"/>
                </a:solidFill>
                <a:latin typeface="Open Sans Light"/>
                <a:ea typeface="Open Sans Light"/>
                <a:cs typeface="Open Sans Light"/>
                <a:sym typeface="Open Sans Light"/>
              </a:rPr>
              <a:t> detection in supply chain workflows</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Advanced Analytics/Digital Twins</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Creates visual models of logistics and warehouses to optimize efficiency</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Light"/>
              <a:buChar char="●"/>
            </a:pPr>
            <a:r>
              <a:rPr b="1" lang="es" sz="1800">
                <a:solidFill>
                  <a:schemeClr val="dk1"/>
                </a:solidFill>
                <a:latin typeface="Open Sans"/>
                <a:ea typeface="Open Sans"/>
                <a:cs typeface="Open Sans"/>
                <a:sym typeface="Open Sans"/>
              </a:rPr>
              <a:t>Cloud Services &amp; Integrations:</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b="1" lang="es" sz="1800">
                <a:solidFill>
                  <a:schemeClr val="dk1"/>
                </a:solidFill>
                <a:latin typeface="Open Sans"/>
                <a:ea typeface="Open Sans"/>
                <a:cs typeface="Open Sans"/>
                <a:sym typeface="Open Sans"/>
              </a:rPr>
              <a:t> </a:t>
            </a:r>
            <a:r>
              <a:rPr lang="es" sz="1800">
                <a:solidFill>
                  <a:schemeClr val="dk1"/>
                </a:solidFill>
                <a:latin typeface="Open Sans Light"/>
                <a:ea typeface="Open Sans Light"/>
                <a:cs typeface="Open Sans Light"/>
                <a:sym typeface="Open Sans Light"/>
              </a:rPr>
              <a:t>Links ERP&lt; WMS, and TMS systems for better visibility and real-time data sharing</a:t>
            </a:r>
            <a:endParaRPr sz="1800">
              <a:solidFill>
                <a:schemeClr val="dk1"/>
              </a:solidFill>
              <a:latin typeface="Open Sans Light"/>
              <a:ea typeface="Open Sans Light"/>
              <a:cs typeface="Open Sans Light"/>
              <a:sym typeface="Open Sans Light"/>
            </a:endParaRPr>
          </a:p>
          <a:p>
            <a:pPr indent="0" lvl="0" marL="914400" rtl="0" algn="l">
              <a:spcBef>
                <a:spcPts val="0"/>
              </a:spcBef>
              <a:spcAft>
                <a:spcPts val="0"/>
              </a:spcAft>
              <a:buNone/>
            </a:pPr>
            <a:r>
              <a:t/>
            </a:r>
            <a:endParaRPr sz="2300">
              <a:solidFill>
                <a:schemeClr val="dk1"/>
              </a:solidFill>
              <a:latin typeface="Open Sans Light"/>
              <a:ea typeface="Open Sans Light"/>
              <a:cs typeface="Open Sans Light"/>
              <a:sym typeface="Open Sans Light"/>
            </a:endParaRPr>
          </a:p>
        </p:txBody>
      </p:sp>
      <p:sp>
        <p:nvSpPr>
          <p:cNvPr id="319" name="Google Shape;319;p42"/>
          <p:cNvSpPr txBox="1"/>
          <p:nvPr/>
        </p:nvSpPr>
        <p:spPr>
          <a:xfrm>
            <a:off x="7200950" y="4641975"/>
            <a:ext cx="1943100" cy="43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1"/>
                </a:solidFill>
                <a:highlight>
                  <a:schemeClr val="dk1"/>
                </a:highlight>
                <a:latin typeface="Open Sans Light"/>
                <a:ea typeface="Open Sans Light"/>
                <a:cs typeface="Open Sans Light"/>
                <a:sym typeface="Open Sans Light"/>
              </a:rPr>
              <a:t>Allison Ridlovsky</a:t>
            </a:r>
            <a:endParaRPr sz="1800">
              <a:solidFill>
                <a:schemeClr val="lt1"/>
              </a:solidFill>
              <a:highlight>
                <a:schemeClr val="dk1"/>
              </a:highlight>
              <a:latin typeface="Open Sans Light"/>
              <a:ea typeface="Open Sans Light"/>
              <a:cs typeface="Open Sans Light"/>
              <a:sym typeface="Open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pic>
        <p:nvPicPr>
          <p:cNvPr id="324" name="Google Shape;324;p43"/>
          <p:cNvPicPr preferRelativeResize="0"/>
          <p:nvPr/>
        </p:nvPicPr>
        <p:blipFill rotWithShape="1">
          <a:blip r:embed="rId4">
            <a:alphaModFix/>
          </a:blip>
          <a:srcRect b="17144" l="13656" r="11678" t="19126"/>
          <a:stretch/>
        </p:blipFill>
        <p:spPr>
          <a:xfrm>
            <a:off x="-50" y="-71400"/>
            <a:ext cx="9144000" cy="5146195"/>
          </a:xfrm>
          <a:prstGeom prst="rect">
            <a:avLst/>
          </a:prstGeom>
          <a:noFill/>
          <a:ln>
            <a:noFill/>
          </a:ln>
        </p:spPr>
      </p:pic>
      <p:sp>
        <p:nvSpPr>
          <p:cNvPr id="325" name="Google Shape;325;p43"/>
          <p:cNvSpPr/>
          <p:nvPr/>
        </p:nvSpPr>
        <p:spPr>
          <a:xfrm>
            <a:off x="1304925" y="2076450"/>
            <a:ext cx="1943100" cy="13431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3"/>
          <p:cNvSpPr/>
          <p:nvPr/>
        </p:nvSpPr>
        <p:spPr>
          <a:xfrm>
            <a:off x="2752725" y="-276225"/>
            <a:ext cx="2590800" cy="28386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3"/>
          <p:cNvSpPr/>
          <p:nvPr/>
        </p:nvSpPr>
        <p:spPr>
          <a:xfrm>
            <a:off x="3743325" y="2372700"/>
            <a:ext cx="3891300" cy="24183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3"/>
          <p:cNvSpPr txBox="1"/>
          <p:nvPr/>
        </p:nvSpPr>
        <p:spPr>
          <a:xfrm>
            <a:off x="0" y="0"/>
            <a:ext cx="9144000" cy="10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700">
                <a:solidFill>
                  <a:schemeClr val="lt1"/>
                </a:solidFill>
                <a:highlight>
                  <a:schemeClr val="dk1"/>
                </a:highlight>
                <a:latin typeface="Open Sans Light"/>
                <a:ea typeface="Open Sans Light"/>
                <a:cs typeface="Open Sans Light"/>
                <a:sym typeface="Open Sans Light"/>
              </a:rPr>
              <a:t>Key Automation Verizon Uses to </a:t>
            </a:r>
            <a:r>
              <a:rPr lang="es" sz="2700">
                <a:solidFill>
                  <a:schemeClr val="lt1"/>
                </a:solidFill>
                <a:highlight>
                  <a:schemeClr val="dk1"/>
                </a:highlight>
                <a:latin typeface="Open Sans Light"/>
                <a:ea typeface="Open Sans Light"/>
                <a:cs typeface="Open Sans Light"/>
                <a:sym typeface="Open Sans Light"/>
              </a:rPr>
              <a:t>Streamline</a:t>
            </a:r>
            <a:r>
              <a:rPr lang="es" sz="2700">
                <a:solidFill>
                  <a:schemeClr val="lt1"/>
                </a:solidFill>
                <a:highlight>
                  <a:schemeClr val="dk1"/>
                </a:highlight>
                <a:latin typeface="Open Sans Light"/>
                <a:ea typeface="Open Sans Light"/>
                <a:cs typeface="Open Sans Light"/>
                <a:sym typeface="Open Sans Light"/>
              </a:rPr>
              <a:t> its Supply Operations</a:t>
            </a:r>
            <a:endParaRPr sz="2700">
              <a:solidFill>
                <a:schemeClr val="lt1"/>
              </a:solidFill>
              <a:highlight>
                <a:schemeClr val="dk1"/>
              </a:highlight>
              <a:latin typeface="Open Sans Light"/>
              <a:ea typeface="Open Sans Light"/>
              <a:cs typeface="Open Sans Light"/>
              <a:sym typeface="Open Sans Light"/>
            </a:endParaRPr>
          </a:p>
        </p:txBody>
      </p:sp>
      <p:sp>
        <p:nvSpPr>
          <p:cNvPr id="329" name="Google Shape;329;p43"/>
          <p:cNvSpPr/>
          <p:nvPr/>
        </p:nvSpPr>
        <p:spPr>
          <a:xfrm>
            <a:off x="209950" y="949850"/>
            <a:ext cx="8724000" cy="4018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Light"/>
              <a:ea typeface="Open Sans Light"/>
              <a:cs typeface="Open Sans Light"/>
              <a:sym typeface="Open Sans Light"/>
            </a:endParaRPr>
          </a:p>
        </p:txBody>
      </p:sp>
      <p:sp>
        <p:nvSpPr>
          <p:cNvPr id="330" name="Google Shape;330;p43"/>
          <p:cNvSpPr txBox="1"/>
          <p:nvPr/>
        </p:nvSpPr>
        <p:spPr>
          <a:xfrm>
            <a:off x="209950" y="949850"/>
            <a:ext cx="8481900" cy="4125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Warehouse Robotics</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Automatic picking, sorting, and inventory management to reduce manual labor</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AI-Driven Forecasting &amp; Workforce Planning</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Uses machine learning to align inventory with demand and schedule labor efficiently</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Automated IT Operations</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Automatic detection and mending of IT or network issues that could disrupt supply chains</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Light"/>
              <a:buChar char="●"/>
            </a:pPr>
            <a:r>
              <a:rPr b="1" lang="es" sz="1800">
                <a:solidFill>
                  <a:schemeClr val="dk1"/>
                </a:solidFill>
                <a:latin typeface="Open Sans"/>
                <a:ea typeface="Open Sans"/>
                <a:cs typeface="Open Sans"/>
                <a:sym typeface="Open Sans"/>
              </a:rPr>
              <a:t>Automated Inventory </a:t>
            </a:r>
            <a:r>
              <a:rPr b="1" lang="es" sz="1800">
                <a:solidFill>
                  <a:schemeClr val="dk1"/>
                </a:solidFill>
                <a:latin typeface="Open Sans"/>
                <a:ea typeface="Open Sans"/>
                <a:cs typeface="Open Sans"/>
                <a:sym typeface="Open Sans"/>
              </a:rPr>
              <a:t>Reconciliation</a:t>
            </a:r>
            <a:r>
              <a:rPr lang="es" sz="1800">
                <a:solidFill>
                  <a:schemeClr val="dk1"/>
                </a:solidFill>
                <a:latin typeface="Open Sans Light"/>
                <a:ea typeface="Open Sans Light"/>
                <a:cs typeface="Open Sans Light"/>
                <a:sym typeface="Open Sans Light"/>
              </a:rPr>
              <a:t> </a:t>
            </a:r>
            <a:endParaRPr sz="1800">
              <a:solidFill>
                <a:schemeClr val="dk1"/>
              </a:solidFill>
              <a:latin typeface="Open Sans Light"/>
              <a:ea typeface="Open Sans Light"/>
              <a:cs typeface="Open Sans Light"/>
              <a:sym typeface="Open Sans Light"/>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loT-enabled cycle counting and RFID tags for real-time stock accuracy</a:t>
            </a:r>
            <a:endParaRPr sz="1800">
              <a:solidFill>
                <a:schemeClr val="dk1"/>
              </a:solidFill>
              <a:latin typeface="Open Sans Light"/>
              <a:ea typeface="Open Sans Light"/>
              <a:cs typeface="Open Sans Light"/>
              <a:sym typeface="Open Sans Light"/>
            </a:endParaRPr>
          </a:p>
          <a:p>
            <a:pPr indent="-342900" lvl="0" marL="457200" rtl="0" algn="l">
              <a:spcBef>
                <a:spcPts val="0"/>
              </a:spcBef>
              <a:spcAft>
                <a:spcPts val="0"/>
              </a:spcAft>
              <a:buClr>
                <a:schemeClr val="dk1"/>
              </a:buClr>
              <a:buSzPts val="1800"/>
              <a:buFont typeface="Open Sans"/>
              <a:buChar char="●"/>
            </a:pPr>
            <a:r>
              <a:rPr b="1" lang="es" sz="1800">
                <a:solidFill>
                  <a:schemeClr val="dk1"/>
                </a:solidFill>
                <a:latin typeface="Open Sans"/>
                <a:ea typeface="Open Sans"/>
                <a:cs typeface="Open Sans"/>
                <a:sym typeface="Open Sans"/>
              </a:rPr>
              <a:t>Conversational AI Assistants</a:t>
            </a:r>
            <a:endParaRPr b="1" sz="1800">
              <a:solidFill>
                <a:schemeClr val="dk1"/>
              </a:solidFill>
              <a:latin typeface="Open Sans"/>
              <a:ea typeface="Open Sans"/>
              <a:cs typeface="Open Sans"/>
              <a:sym typeface="Open Sans"/>
            </a:endParaRPr>
          </a:p>
          <a:p>
            <a:pPr indent="-342900" lvl="1" marL="914400" rtl="0" algn="l">
              <a:spcBef>
                <a:spcPts val="0"/>
              </a:spcBef>
              <a:spcAft>
                <a:spcPts val="0"/>
              </a:spcAft>
              <a:buClr>
                <a:schemeClr val="dk1"/>
              </a:buClr>
              <a:buSzPts val="1800"/>
              <a:buFont typeface="Open Sans Light"/>
              <a:buChar char="○"/>
            </a:pPr>
            <a:r>
              <a:rPr lang="es" sz="1800">
                <a:solidFill>
                  <a:schemeClr val="dk1"/>
                </a:solidFill>
                <a:latin typeface="Open Sans Light"/>
                <a:ea typeface="Open Sans Light"/>
                <a:cs typeface="Open Sans Light"/>
                <a:sym typeface="Open Sans Light"/>
              </a:rPr>
              <a:t>AI-powered digital support agents to handle routine inquiries and streamline customer </a:t>
            </a:r>
            <a:r>
              <a:rPr lang="es" sz="1800">
                <a:solidFill>
                  <a:schemeClr val="dk1"/>
                </a:solidFill>
                <a:latin typeface="Open Sans Light"/>
                <a:ea typeface="Open Sans Light"/>
                <a:cs typeface="Open Sans Light"/>
                <a:sym typeface="Open Sans Light"/>
              </a:rPr>
              <a:t>service</a:t>
            </a:r>
            <a:endParaRPr sz="1800">
              <a:solidFill>
                <a:schemeClr val="dk1"/>
              </a:solidFill>
              <a:latin typeface="Open Sans Light"/>
              <a:ea typeface="Open Sans Light"/>
              <a:cs typeface="Open Sans Light"/>
              <a:sym typeface="Open Sans Light"/>
            </a:endParaRPr>
          </a:p>
          <a:p>
            <a:pPr indent="0" lvl="0" marL="914400" rtl="0" algn="l">
              <a:spcBef>
                <a:spcPts val="0"/>
              </a:spcBef>
              <a:spcAft>
                <a:spcPts val="0"/>
              </a:spcAft>
              <a:buNone/>
            </a:pPr>
            <a:r>
              <a:t/>
            </a:r>
            <a:endParaRPr sz="2300">
              <a:solidFill>
                <a:schemeClr val="dk1"/>
              </a:solidFill>
              <a:latin typeface="Open Sans Light"/>
              <a:ea typeface="Open Sans Light"/>
              <a:cs typeface="Open Sans Light"/>
              <a:sym typeface="Open Sans Light"/>
            </a:endParaRPr>
          </a:p>
        </p:txBody>
      </p:sp>
      <p:sp>
        <p:nvSpPr>
          <p:cNvPr id="331" name="Google Shape;331;p43"/>
          <p:cNvSpPr txBox="1"/>
          <p:nvPr/>
        </p:nvSpPr>
        <p:spPr>
          <a:xfrm>
            <a:off x="7177600" y="4605850"/>
            <a:ext cx="20520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1"/>
                </a:solidFill>
                <a:highlight>
                  <a:schemeClr val="dk1"/>
                </a:highlight>
                <a:latin typeface="Open Sans Light"/>
                <a:ea typeface="Open Sans Light"/>
                <a:cs typeface="Open Sans Light"/>
                <a:sym typeface="Open Sans Light"/>
              </a:rPr>
              <a:t>Allison Ridlovsky</a:t>
            </a:r>
            <a:endParaRPr sz="1800">
              <a:solidFill>
                <a:schemeClr val="lt1"/>
              </a:solidFill>
              <a:highlight>
                <a:schemeClr val="dk1"/>
              </a:highlight>
              <a:latin typeface="Open Sans Light"/>
              <a:ea typeface="Open Sans Light"/>
              <a:cs typeface="Open Sans Light"/>
              <a:sym typeface="Open Sa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4"/>
          <p:cNvSpPr txBox="1"/>
          <p:nvPr>
            <p:ph type="ctrTitle"/>
          </p:nvPr>
        </p:nvSpPr>
        <p:spPr>
          <a:xfrm>
            <a:off x="578550" y="421375"/>
            <a:ext cx="79869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300"/>
              <a:t>Assessment </a:t>
            </a:r>
            <a:endParaRPr sz="2300"/>
          </a:p>
        </p:txBody>
      </p:sp>
      <p:sp>
        <p:nvSpPr>
          <p:cNvPr id="337" name="Google Shape;337;p44"/>
          <p:cNvSpPr txBox="1"/>
          <p:nvPr/>
        </p:nvSpPr>
        <p:spPr>
          <a:xfrm>
            <a:off x="522225" y="1152850"/>
            <a:ext cx="8296500" cy="34092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s" sz="1700">
                <a:solidFill>
                  <a:schemeClr val="dk1"/>
                </a:solidFill>
                <a:latin typeface="Open Sans Light"/>
                <a:ea typeface="Open Sans Light"/>
                <a:cs typeface="Open Sans Light"/>
                <a:sym typeface="Open Sans Light"/>
              </a:rPr>
              <a:t>We believe that Verizon is well positioned in the telecommunications industry and has taken steps to address technology developments, particularly in regard to incorporating AI/machine learning into its business model. By utilizing its AI-driven forecasting and workforce planning, Verizon can optimize the labor and </a:t>
            </a:r>
            <a:r>
              <a:rPr lang="es" sz="1700">
                <a:solidFill>
                  <a:schemeClr val="dk1"/>
                </a:solidFill>
                <a:latin typeface="Open Sans Light"/>
                <a:ea typeface="Open Sans Light"/>
                <a:cs typeface="Open Sans Light"/>
                <a:sym typeface="Open Sans Light"/>
              </a:rPr>
              <a:t>inventory costs.</a:t>
            </a:r>
            <a:endParaRPr sz="1700">
              <a:solidFill>
                <a:schemeClr val="dk1"/>
              </a:solidFill>
              <a:latin typeface="Open Sans Light"/>
              <a:ea typeface="Open Sans Light"/>
              <a:cs typeface="Open Sans Light"/>
              <a:sym typeface="Open Sans Light"/>
            </a:endParaRPr>
          </a:p>
          <a:p>
            <a:pPr indent="457200" lvl="0" marL="0" rtl="0" algn="l">
              <a:spcBef>
                <a:spcPts val="0"/>
              </a:spcBef>
              <a:spcAft>
                <a:spcPts val="0"/>
              </a:spcAft>
              <a:buNone/>
            </a:pPr>
            <a:r>
              <a:rPr lang="es" sz="1700">
                <a:solidFill>
                  <a:schemeClr val="dk1"/>
                </a:solidFill>
                <a:latin typeface="Open Sans Light"/>
                <a:ea typeface="Open Sans Light"/>
                <a:cs typeface="Open Sans Light"/>
                <a:sym typeface="Open Sans Light"/>
              </a:rPr>
              <a:t> </a:t>
            </a:r>
            <a:endParaRPr sz="1700">
              <a:solidFill>
                <a:schemeClr val="dk1"/>
              </a:solidFill>
              <a:latin typeface="Open Sans Light"/>
              <a:ea typeface="Open Sans Light"/>
              <a:cs typeface="Open Sans Light"/>
              <a:sym typeface="Open Sans Light"/>
            </a:endParaRPr>
          </a:p>
          <a:p>
            <a:pPr indent="457200" lvl="0" marL="0" rtl="0" algn="l">
              <a:spcBef>
                <a:spcPts val="0"/>
              </a:spcBef>
              <a:spcAft>
                <a:spcPts val="0"/>
              </a:spcAft>
              <a:buNone/>
            </a:pPr>
            <a:r>
              <a:rPr lang="es" sz="1700">
                <a:solidFill>
                  <a:schemeClr val="dk1"/>
                </a:solidFill>
                <a:latin typeface="Open Sans Light"/>
                <a:ea typeface="Open Sans Light"/>
                <a:cs typeface="Open Sans Light"/>
                <a:sym typeface="Open Sans Light"/>
              </a:rPr>
              <a:t>As the graph from Statista.com shows, Verizon has had a dominant market share for some time, with its primary competitors being T-Mobile and AT&amp;T. T-Mobile is the larger threatm having seen a significant rise in market share from  the second quarter of 2019 to the fourth quarter of 2020, followed by slight increases in market share onwards. In contrast AT&amp;T has remained stagnant and seen slight decline in recent years</a:t>
            </a:r>
            <a:endParaRPr sz="1700">
              <a:solidFill>
                <a:schemeClr val="dk1"/>
              </a:solidFill>
              <a:latin typeface="Open Sans Light"/>
              <a:ea typeface="Open Sans Light"/>
              <a:cs typeface="Open Sans Light"/>
              <a:sym typeface="Open Sans Light"/>
            </a:endParaRPr>
          </a:p>
          <a:p>
            <a:pPr indent="0" lvl="0" marL="0" rtl="0" algn="l">
              <a:spcBef>
                <a:spcPts val="0"/>
              </a:spcBef>
              <a:spcAft>
                <a:spcPts val="0"/>
              </a:spcAft>
              <a:buNone/>
            </a:pPr>
            <a:r>
              <a:t/>
            </a:r>
            <a:endParaRPr sz="1500">
              <a:solidFill>
                <a:schemeClr val="dk1"/>
              </a:solidFill>
              <a:latin typeface="Open Sans Light"/>
              <a:ea typeface="Open Sans Light"/>
              <a:cs typeface="Open Sans Light"/>
              <a:sym typeface="Open Sans Light"/>
            </a:endParaRPr>
          </a:p>
        </p:txBody>
      </p:sp>
      <p:sp>
        <p:nvSpPr>
          <p:cNvPr id="338" name="Google Shape;338;p44"/>
          <p:cNvSpPr txBox="1"/>
          <p:nvPr/>
        </p:nvSpPr>
        <p:spPr>
          <a:xfrm>
            <a:off x="7644900" y="4680325"/>
            <a:ext cx="14991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Open Sans Light"/>
                <a:ea typeface="Open Sans Light"/>
                <a:cs typeface="Open Sans Light"/>
                <a:sym typeface="Open Sans Light"/>
              </a:rPr>
              <a:t>Zach Montoya</a:t>
            </a:r>
            <a:endParaRPr>
              <a:solidFill>
                <a:schemeClr val="dk1"/>
              </a:solidFill>
              <a:latin typeface="Open Sans Light"/>
              <a:ea typeface="Open Sans Light"/>
              <a:cs typeface="Open Sans Light"/>
              <a:sym typeface="Open Sans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5"/>
          <p:cNvSpPr txBox="1"/>
          <p:nvPr>
            <p:ph type="ctrTitle"/>
          </p:nvPr>
        </p:nvSpPr>
        <p:spPr>
          <a:xfrm>
            <a:off x="578550" y="421375"/>
            <a:ext cx="79869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300"/>
              <a:t>Recommendations</a:t>
            </a:r>
            <a:endParaRPr sz="2300"/>
          </a:p>
        </p:txBody>
      </p:sp>
      <p:sp>
        <p:nvSpPr>
          <p:cNvPr id="344" name="Google Shape;344;p45"/>
          <p:cNvSpPr txBox="1"/>
          <p:nvPr/>
        </p:nvSpPr>
        <p:spPr>
          <a:xfrm>
            <a:off x="522225" y="1152850"/>
            <a:ext cx="8296500" cy="3409200"/>
          </a:xfrm>
          <a:prstGeom prst="rect">
            <a:avLst/>
          </a:prstGeom>
          <a:no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s" sz="1700">
                <a:solidFill>
                  <a:schemeClr val="dk1"/>
                </a:solidFill>
                <a:latin typeface="Open Sans Light"/>
                <a:ea typeface="Open Sans Light"/>
                <a:cs typeface="Open Sans Light"/>
                <a:sym typeface="Open Sans Light"/>
              </a:rPr>
              <a:t>Based on available data, we believe that Verizon will achieve its expected earnings and revenue growth. Regardless of current beliefs, it would be prudent for Verizon to investigate into the domestic manufacturing of semiconductors and other inputs (such as copper wiring) in order to mitigate potential cost increases from trade with foreign suppliers, Samsung in particular. As the costs for increasing domestic manufacturing are unknown, and the US-Korea trade deal still in the air, a proper cost-benefit analysis cannot be performed, and thus it would be unwise for Verizon to rush headlong into a domestic manufacturing campaign in order to avoid potential tariffs and cost increases.</a:t>
            </a:r>
            <a:endParaRPr sz="1700">
              <a:solidFill>
                <a:schemeClr val="dk1"/>
              </a:solidFill>
              <a:latin typeface="Open Sans Light"/>
              <a:ea typeface="Open Sans Light"/>
              <a:cs typeface="Open Sans Light"/>
              <a:sym typeface="Open Sans Light"/>
            </a:endParaRPr>
          </a:p>
        </p:txBody>
      </p:sp>
      <p:sp>
        <p:nvSpPr>
          <p:cNvPr id="345" name="Google Shape;345;p45"/>
          <p:cNvSpPr txBox="1"/>
          <p:nvPr/>
        </p:nvSpPr>
        <p:spPr>
          <a:xfrm>
            <a:off x="7644900" y="4680325"/>
            <a:ext cx="14991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Open Sans Light"/>
                <a:ea typeface="Open Sans Light"/>
                <a:cs typeface="Open Sans Light"/>
                <a:sym typeface="Open Sans Light"/>
              </a:rPr>
              <a:t>Zach Montoya</a:t>
            </a:r>
            <a:endParaRPr>
              <a:solidFill>
                <a:schemeClr val="dk1"/>
              </a:solidFill>
              <a:latin typeface="Open Sans Light"/>
              <a:ea typeface="Open Sans Light"/>
              <a:cs typeface="Open Sans Light"/>
              <a:sym typeface="Open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9" name="Shape 349"/>
        <p:cNvGrpSpPr/>
        <p:nvPr/>
      </p:nvGrpSpPr>
      <p:grpSpPr>
        <a:xfrm>
          <a:off x="0" y="0"/>
          <a:ext cx="0" cy="0"/>
          <a:chOff x="0" y="0"/>
          <a:chExt cx="0" cy="0"/>
        </a:xfrm>
      </p:grpSpPr>
      <p:sp>
        <p:nvSpPr>
          <p:cNvPr id="350" name="Google Shape;350;p46"/>
          <p:cNvSpPr/>
          <p:nvPr/>
        </p:nvSpPr>
        <p:spPr>
          <a:xfrm>
            <a:off x="6690214" y="-513900"/>
            <a:ext cx="4790700" cy="17517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6"/>
          <p:cNvSpPr/>
          <p:nvPr/>
        </p:nvSpPr>
        <p:spPr>
          <a:xfrm>
            <a:off x="-215401" y="1695900"/>
            <a:ext cx="4549200" cy="17517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6"/>
          <p:cNvSpPr txBox="1"/>
          <p:nvPr>
            <p:ph type="title"/>
          </p:nvPr>
        </p:nvSpPr>
        <p:spPr>
          <a:xfrm>
            <a:off x="1486799" y="2123400"/>
            <a:ext cx="2847000" cy="896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solidFill>
                  <a:schemeClr val="lt1"/>
                </a:solidFill>
              </a:rPr>
              <a:t>Thank You</a:t>
            </a:r>
            <a:endParaRPr>
              <a:solidFill>
                <a:schemeClr val="lt1"/>
              </a:solidFill>
            </a:endParaRPr>
          </a:p>
        </p:txBody>
      </p:sp>
      <p:sp>
        <p:nvSpPr>
          <p:cNvPr id="353" name="Google Shape;353;p46"/>
          <p:cNvSpPr/>
          <p:nvPr/>
        </p:nvSpPr>
        <p:spPr>
          <a:xfrm>
            <a:off x="6898675" y="540058"/>
            <a:ext cx="403234" cy="379768"/>
          </a:xfrm>
          <a:custGeom>
            <a:rect b="b" l="l" r="r" t="t"/>
            <a:pathLst>
              <a:path extrusionOk="0" h="8286" w="8798">
                <a:moveTo>
                  <a:pt x="4327" y="1"/>
                </a:moveTo>
                <a:cubicBezTo>
                  <a:pt x="4180" y="1"/>
                  <a:pt x="4031" y="9"/>
                  <a:pt x="3883" y="25"/>
                </a:cubicBezTo>
                <a:cubicBezTo>
                  <a:pt x="2636" y="159"/>
                  <a:pt x="1517" y="851"/>
                  <a:pt x="840" y="1908"/>
                </a:cubicBezTo>
                <a:cubicBezTo>
                  <a:pt x="163" y="2963"/>
                  <a:pt x="0" y="4269"/>
                  <a:pt x="397" y="5458"/>
                </a:cubicBezTo>
                <a:cubicBezTo>
                  <a:pt x="796" y="6648"/>
                  <a:pt x="1710" y="7593"/>
                  <a:pt x="2886" y="8029"/>
                </a:cubicBezTo>
                <a:cubicBezTo>
                  <a:pt x="2901" y="8034"/>
                  <a:pt x="2917" y="8037"/>
                  <a:pt x="2932" y="8037"/>
                </a:cubicBezTo>
                <a:cubicBezTo>
                  <a:pt x="2972" y="8037"/>
                  <a:pt x="3011" y="8019"/>
                  <a:pt x="3036" y="7986"/>
                </a:cubicBezTo>
                <a:cubicBezTo>
                  <a:pt x="3053" y="7962"/>
                  <a:pt x="3063" y="7933"/>
                  <a:pt x="3063" y="7904"/>
                </a:cubicBezTo>
                <a:lnTo>
                  <a:pt x="3063" y="5540"/>
                </a:lnTo>
                <a:cubicBezTo>
                  <a:pt x="3063" y="5468"/>
                  <a:pt x="3005" y="5409"/>
                  <a:pt x="2935" y="5409"/>
                </a:cubicBezTo>
                <a:cubicBezTo>
                  <a:pt x="2934" y="5409"/>
                  <a:pt x="2933" y="5409"/>
                  <a:pt x="2932" y="5409"/>
                </a:cubicBezTo>
                <a:lnTo>
                  <a:pt x="1842" y="5409"/>
                </a:lnTo>
                <a:lnTo>
                  <a:pt x="1842" y="4449"/>
                </a:lnTo>
                <a:lnTo>
                  <a:pt x="2932" y="4449"/>
                </a:lnTo>
                <a:cubicBezTo>
                  <a:pt x="3003" y="4449"/>
                  <a:pt x="3063" y="4390"/>
                  <a:pt x="3063" y="4319"/>
                </a:cubicBezTo>
                <a:lnTo>
                  <a:pt x="3063" y="4144"/>
                </a:lnTo>
                <a:cubicBezTo>
                  <a:pt x="3063" y="3005"/>
                  <a:pt x="4142" y="2008"/>
                  <a:pt x="5374" y="2008"/>
                </a:cubicBezTo>
                <a:lnTo>
                  <a:pt x="5941" y="2008"/>
                </a:lnTo>
                <a:lnTo>
                  <a:pt x="5941" y="2966"/>
                </a:lnTo>
                <a:lnTo>
                  <a:pt x="5374" y="2966"/>
                </a:lnTo>
                <a:cubicBezTo>
                  <a:pt x="5005" y="2966"/>
                  <a:pt x="4669" y="3072"/>
                  <a:pt x="4429" y="3265"/>
                </a:cubicBezTo>
                <a:cubicBezTo>
                  <a:pt x="4163" y="3479"/>
                  <a:pt x="4021" y="3783"/>
                  <a:pt x="4021" y="4144"/>
                </a:cubicBezTo>
                <a:lnTo>
                  <a:pt x="4021" y="4319"/>
                </a:lnTo>
                <a:cubicBezTo>
                  <a:pt x="4021" y="4390"/>
                  <a:pt x="4080" y="4449"/>
                  <a:pt x="4153" y="4449"/>
                </a:cubicBezTo>
                <a:lnTo>
                  <a:pt x="4669" y="4449"/>
                </a:lnTo>
                <a:cubicBezTo>
                  <a:pt x="4739" y="4447"/>
                  <a:pt x="4795" y="4389"/>
                  <a:pt x="4795" y="4319"/>
                </a:cubicBezTo>
                <a:cubicBezTo>
                  <a:pt x="4795" y="4248"/>
                  <a:pt x="4739" y="4190"/>
                  <a:pt x="4669" y="4187"/>
                </a:cubicBezTo>
                <a:lnTo>
                  <a:pt x="4284" y="4187"/>
                </a:lnTo>
                <a:lnTo>
                  <a:pt x="4284" y="4144"/>
                </a:lnTo>
                <a:cubicBezTo>
                  <a:pt x="4284" y="3468"/>
                  <a:pt x="4871" y="3229"/>
                  <a:pt x="5374" y="3229"/>
                </a:cubicBezTo>
                <a:lnTo>
                  <a:pt x="6071" y="3229"/>
                </a:lnTo>
                <a:cubicBezTo>
                  <a:pt x="6144" y="3229"/>
                  <a:pt x="6202" y="3169"/>
                  <a:pt x="6202" y="3097"/>
                </a:cubicBezTo>
                <a:lnTo>
                  <a:pt x="6202" y="1876"/>
                </a:lnTo>
                <a:cubicBezTo>
                  <a:pt x="6202" y="1803"/>
                  <a:pt x="6144" y="1745"/>
                  <a:pt x="6071" y="1745"/>
                </a:cubicBezTo>
                <a:lnTo>
                  <a:pt x="5374" y="1745"/>
                </a:lnTo>
                <a:cubicBezTo>
                  <a:pt x="4735" y="1745"/>
                  <a:pt x="4086" y="1999"/>
                  <a:pt x="3596" y="2444"/>
                </a:cubicBezTo>
                <a:cubicBezTo>
                  <a:pt x="3083" y="2907"/>
                  <a:pt x="2800" y="3510"/>
                  <a:pt x="2800" y="4144"/>
                </a:cubicBezTo>
                <a:lnTo>
                  <a:pt x="2800" y="4187"/>
                </a:lnTo>
                <a:lnTo>
                  <a:pt x="1710" y="4187"/>
                </a:lnTo>
                <a:cubicBezTo>
                  <a:pt x="1639" y="4187"/>
                  <a:pt x="1579" y="4246"/>
                  <a:pt x="1579" y="4319"/>
                </a:cubicBezTo>
                <a:lnTo>
                  <a:pt x="1579" y="5540"/>
                </a:lnTo>
                <a:cubicBezTo>
                  <a:pt x="1579" y="5611"/>
                  <a:pt x="1639" y="5670"/>
                  <a:pt x="1710" y="5670"/>
                </a:cubicBezTo>
                <a:lnTo>
                  <a:pt x="2800" y="5670"/>
                </a:lnTo>
                <a:lnTo>
                  <a:pt x="2800" y="7714"/>
                </a:lnTo>
                <a:cubicBezTo>
                  <a:pt x="1384" y="7107"/>
                  <a:pt x="444" y="5696"/>
                  <a:pt x="444" y="4144"/>
                </a:cubicBezTo>
                <a:cubicBezTo>
                  <a:pt x="444" y="2004"/>
                  <a:pt x="2186" y="262"/>
                  <a:pt x="4327" y="262"/>
                </a:cubicBezTo>
                <a:cubicBezTo>
                  <a:pt x="6464" y="262"/>
                  <a:pt x="8209" y="2006"/>
                  <a:pt x="8209" y="4144"/>
                </a:cubicBezTo>
                <a:cubicBezTo>
                  <a:pt x="8209" y="6282"/>
                  <a:pt x="6467" y="8026"/>
                  <a:pt x="4327" y="8026"/>
                </a:cubicBezTo>
                <a:lnTo>
                  <a:pt x="4284" y="8026"/>
                </a:lnTo>
                <a:lnTo>
                  <a:pt x="4284" y="5670"/>
                </a:lnTo>
                <a:lnTo>
                  <a:pt x="6071" y="5670"/>
                </a:lnTo>
                <a:cubicBezTo>
                  <a:pt x="6144" y="5670"/>
                  <a:pt x="6202" y="5611"/>
                  <a:pt x="6202" y="5538"/>
                </a:cubicBezTo>
                <a:lnTo>
                  <a:pt x="6202" y="4318"/>
                </a:lnTo>
                <a:cubicBezTo>
                  <a:pt x="6202" y="4245"/>
                  <a:pt x="6144" y="4187"/>
                  <a:pt x="6071" y="4187"/>
                </a:cubicBezTo>
                <a:lnTo>
                  <a:pt x="5307" y="4187"/>
                </a:lnTo>
                <a:cubicBezTo>
                  <a:pt x="5305" y="4187"/>
                  <a:pt x="5303" y="4187"/>
                  <a:pt x="5302" y="4187"/>
                </a:cubicBezTo>
                <a:cubicBezTo>
                  <a:pt x="5229" y="4187"/>
                  <a:pt x="5171" y="4245"/>
                  <a:pt x="5171" y="4318"/>
                </a:cubicBezTo>
                <a:cubicBezTo>
                  <a:pt x="5171" y="4390"/>
                  <a:pt x="5229" y="4448"/>
                  <a:pt x="5302" y="4448"/>
                </a:cubicBezTo>
                <a:cubicBezTo>
                  <a:pt x="5303" y="4448"/>
                  <a:pt x="5305" y="4448"/>
                  <a:pt x="5307" y="4448"/>
                </a:cubicBezTo>
                <a:lnTo>
                  <a:pt x="5941" y="4448"/>
                </a:lnTo>
                <a:lnTo>
                  <a:pt x="5941" y="5408"/>
                </a:lnTo>
                <a:lnTo>
                  <a:pt x="4153" y="5408"/>
                </a:lnTo>
                <a:cubicBezTo>
                  <a:pt x="4080" y="5408"/>
                  <a:pt x="4023" y="5466"/>
                  <a:pt x="4023" y="5538"/>
                </a:cubicBezTo>
                <a:lnTo>
                  <a:pt x="4023" y="8151"/>
                </a:lnTo>
                <a:cubicBezTo>
                  <a:pt x="4023" y="8221"/>
                  <a:pt x="4078" y="8279"/>
                  <a:pt x="4148" y="8282"/>
                </a:cubicBezTo>
                <a:cubicBezTo>
                  <a:pt x="4212" y="8285"/>
                  <a:pt x="4272" y="8286"/>
                  <a:pt x="4328" y="8286"/>
                </a:cubicBezTo>
                <a:cubicBezTo>
                  <a:pt x="6004" y="8286"/>
                  <a:pt x="7514" y="7276"/>
                  <a:pt x="8157" y="5728"/>
                </a:cubicBezTo>
                <a:cubicBezTo>
                  <a:pt x="8797" y="4180"/>
                  <a:pt x="8443" y="2398"/>
                  <a:pt x="7257" y="1213"/>
                </a:cubicBezTo>
                <a:cubicBezTo>
                  <a:pt x="6476" y="433"/>
                  <a:pt x="5420" y="1"/>
                  <a:pt x="43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46"/>
          <p:cNvGrpSpPr/>
          <p:nvPr/>
        </p:nvGrpSpPr>
        <p:grpSpPr>
          <a:xfrm>
            <a:off x="8000899" y="540000"/>
            <a:ext cx="400209" cy="379906"/>
            <a:chOff x="3371074" y="540000"/>
            <a:chExt cx="400209" cy="379906"/>
          </a:xfrm>
        </p:grpSpPr>
        <p:sp>
          <p:nvSpPr>
            <p:cNvPr id="355" name="Google Shape;355;p46"/>
            <p:cNvSpPr/>
            <p:nvPr/>
          </p:nvSpPr>
          <p:spPr>
            <a:xfrm>
              <a:off x="3371074" y="540000"/>
              <a:ext cx="400209" cy="379906"/>
            </a:xfrm>
            <a:custGeom>
              <a:rect b="b" l="l" r="r" t="t"/>
              <a:pathLst>
                <a:path extrusionOk="0" h="8289" w="8732">
                  <a:moveTo>
                    <a:pt x="4584" y="263"/>
                  </a:moveTo>
                  <a:cubicBezTo>
                    <a:pt x="6724" y="263"/>
                    <a:pt x="8466" y="2005"/>
                    <a:pt x="8466" y="4145"/>
                  </a:cubicBezTo>
                  <a:cubicBezTo>
                    <a:pt x="8466" y="6285"/>
                    <a:pt x="6726" y="8027"/>
                    <a:pt x="4584" y="8027"/>
                  </a:cubicBezTo>
                  <a:cubicBezTo>
                    <a:pt x="2445" y="8027"/>
                    <a:pt x="703" y="6285"/>
                    <a:pt x="703" y="4145"/>
                  </a:cubicBezTo>
                  <a:cubicBezTo>
                    <a:pt x="703" y="2005"/>
                    <a:pt x="2445" y="263"/>
                    <a:pt x="4584" y="263"/>
                  </a:cubicBezTo>
                  <a:close/>
                  <a:moveTo>
                    <a:pt x="4582" y="1"/>
                  </a:moveTo>
                  <a:cubicBezTo>
                    <a:pt x="3785" y="1"/>
                    <a:pt x="2984" y="230"/>
                    <a:pt x="2282" y="699"/>
                  </a:cubicBezTo>
                  <a:cubicBezTo>
                    <a:pt x="640" y="1797"/>
                    <a:pt x="0" y="3904"/>
                    <a:pt x="757" y="5729"/>
                  </a:cubicBezTo>
                  <a:cubicBezTo>
                    <a:pt x="1408" y="7301"/>
                    <a:pt x="2936" y="8289"/>
                    <a:pt x="4584" y="8289"/>
                  </a:cubicBezTo>
                  <a:cubicBezTo>
                    <a:pt x="4852" y="8289"/>
                    <a:pt x="5122" y="8263"/>
                    <a:pt x="5393" y="8209"/>
                  </a:cubicBezTo>
                  <a:cubicBezTo>
                    <a:pt x="7332" y="7823"/>
                    <a:pt x="8729" y="6121"/>
                    <a:pt x="8729" y="4145"/>
                  </a:cubicBezTo>
                  <a:cubicBezTo>
                    <a:pt x="8732" y="3045"/>
                    <a:pt x="8294" y="1990"/>
                    <a:pt x="7515" y="1214"/>
                  </a:cubicBezTo>
                  <a:cubicBezTo>
                    <a:pt x="6714" y="414"/>
                    <a:pt x="5652" y="1"/>
                    <a:pt x="45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6"/>
            <p:cNvSpPr/>
            <p:nvPr/>
          </p:nvSpPr>
          <p:spPr>
            <a:xfrm>
              <a:off x="3469061" y="635972"/>
              <a:ext cx="248687" cy="204000"/>
            </a:xfrm>
            <a:custGeom>
              <a:rect b="b" l="l" r="r" t="t"/>
              <a:pathLst>
                <a:path extrusionOk="0" h="4451" w="5426">
                  <a:moveTo>
                    <a:pt x="3495" y="1"/>
                  </a:moveTo>
                  <a:cubicBezTo>
                    <a:pt x="3334" y="1"/>
                    <a:pt x="3173" y="30"/>
                    <a:pt x="3018" y="91"/>
                  </a:cubicBezTo>
                  <a:cubicBezTo>
                    <a:pt x="2552" y="271"/>
                    <a:pt x="2231" y="702"/>
                    <a:pt x="2189" y="1200"/>
                  </a:cubicBezTo>
                  <a:cubicBezTo>
                    <a:pt x="2048" y="1177"/>
                    <a:pt x="1770" y="1099"/>
                    <a:pt x="1704" y="1076"/>
                  </a:cubicBezTo>
                  <a:cubicBezTo>
                    <a:pt x="1224" y="912"/>
                    <a:pt x="794" y="627"/>
                    <a:pt x="456" y="246"/>
                  </a:cubicBezTo>
                  <a:cubicBezTo>
                    <a:pt x="438" y="223"/>
                    <a:pt x="411" y="208"/>
                    <a:pt x="381" y="201"/>
                  </a:cubicBezTo>
                  <a:cubicBezTo>
                    <a:pt x="373" y="200"/>
                    <a:pt x="365" y="199"/>
                    <a:pt x="357" y="199"/>
                  </a:cubicBezTo>
                  <a:cubicBezTo>
                    <a:pt x="307" y="199"/>
                    <a:pt x="262" y="226"/>
                    <a:pt x="240" y="271"/>
                  </a:cubicBezTo>
                  <a:cubicBezTo>
                    <a:pt x="39" y="674"/>
                    <a:pt x="78" y="1153"/>
                    <a:pt x="342" y="1516"/>
                  </a:cubicBezTo>
                  <a:cubicBezTo>
                    <a:pt x="334" y="1515"/>
                    <a:pt x="326" y="1515"/>
                    <a:pt x="319" y="1515"/>
                  </a:cubicBezTo>
                  <a:cubicBezTo>
                    <a:pt x="279" y="1515"/>
                    <a:pt x="240" y="1532"/>
                    <a:pt x="216" y="1564"/>
                  </a:cubicBezTo>
                  <a:cubicBezTo>
                    <a:pt x="197" y="1586"/>
                    <a:pt x="187" y="1615"/>
                    <a:pt x="186" y="1644"/>
                  </a:cubicBezTo>
                  <a:cubicBezTo>
                    <a:pt x="186" y="1658"/>
                    <a:pt x="186" y="1671"/>
                    <a:pt x="186" y="1685"/>
                  </a:cubicBezTo>
                  <a:cubicBezTo>
                    <a:pt x="185" y="2028"/>
                    <a:pt x="341" y="2352"/>
                    <a:pt x="609" y="2568"/>
                  </a:cubicBezTo>
                  <a:cubicBezTo>
                    <a:pt x="590" y="2580"/>
                    <a:pt x="575" y="2597"/>
                    <a:pt x="564" y="2618"/>
                  </a:cubicBezTo>
                  <a:cubicBezTo>
                    <a:pt x="549" y="2650"/>
                    <a:pt x="547" y="2685"/>
                    <a:pt x="557" y="2719"/>
                  </a:cubicBezTo>
                  <a:cubicBezTo>
                    <a:pt x="671" y="3077"/>
                    <a:pt x="949" y="3359"/>
                    <a:pt x="1307" y="3475"/>
                  </a:cubicBezTo>
                  <a:cubicBezTo>
                    <a:pt x="987" y="3670"/>
                    <a:pt x="619" y="3774"/>
                    <a:pt x="244" y="3774"/>
                  </a:cubicBezTo>
                  <a:cubicBezTo>
                    <a:pt x="210" y="3774"/>
                    <a:pt x="176" y="3773"/>
                    <a:pt x="143" y="3771"/>
                  </a:cubicBezTo>
                  <a:cubicBezTo>
                    <a:pt x="141" y="3771"/>
                    <a:pt x="139" y="3771"/>
                    <a:pt x="137" y="3771"/>
                  </a:cubicBezTo>
                  <a:cubicBezTo>
                    <a:pt x="74" y="3771"/>
                    <a:pt x="19" y="3817"/>
                    <a:pt x="8" y="3880"/>
                  </a:cubicBezTo>
                  <a:cubicBezTo>
                    <a:pt x="0" y="3935"/>
                    <a:pt x="27" y="3989"/>
                    <a:pt x="74" y="4016"/>
                  </a:cubicBezTo>
                  <a:cubicBezTo>
                    <a:pt x="567" y="4307"/>
                    <a:pt x="1118" y="4450"/>
                    <a:pt x="1667" y="4450"/>
                  </a:cubicBezTo>
                  <a:cubicBezTo>
                    <a:pt x="2314" y="4450"/>
                    <a:pt x="2959" y="4251"/>
                    <a:pt x="3505" y="3856"/>
                  </a:cubicBezTo>
                  <a:cubicBezTo>
                    <a:pt x="3571" y="3808"/>
                    <a:pt x="3578" y="3713"/>
                    <a:pt x="3522" y="3655"/>
                  </a:cubicBezTo>
                  <a:cubicBezTo>
                    <a:pt x="3496" y="3630"/>
                    <a:pt x="3462" y="3617"/>
                    <a:pt x="3428" y="3617"/>
                  </a:cubicBezTo>
                  <a:cubicBezTo>
                    <a:pt x="3400" y="3617"/>
                    <a:pt x="3373" y="3626"/>
                    <a:pt x="3349" y="3643"/>
                  </a:cubicBezTo>
                  <a:cubicBezTo>
                    <a:pt x="2853" y="4003"/>
                    <a:pt x="2262" y="4188"/>
                    <a:pt x="1666" y="4188"/>
                  </a:cubicBezTo>
                  <a:cubicBezTo>
                    <a:pt x="1321" y="4188"/>
                    <a:pt x="975" y="4126"/>
                    <a:pt x="644" y="4000"/>
                  </a:cubicBezTo>
                  <a:cubicBezTo>
                    <a:pt x="1038" y="3931"/>
                    <a:pt x="1410" y="3759"/>
                    <a:pt x="1718" y="3503"/>
                  </a:cubicBezTo>
                  <a:cubicBezTo>
                    <a:pt x="1755" y="3472"/>
                    <a:pt x="1774" y="3424"/>
                    <a:pt x="1766" y="3375"/>
                  </a:cubicBezTo>
                  <a:cubicBezTo>
                    <a:pt x="1754" y="3315"/>
                    <a:pt x="1702" y="3272"/>
                    <a:pt x="1641" y="3269"/>
                  </a:cubicBezTo>
                  <a:cubicBezTo>
                    <a:pt x="1327" y="3261"/>
                    <a:pt x="1041" y="3089"/>
                    <a:pt x="885" y="2815"/>
                  </a:cubicBezTo>
                  <a:cubicBezTo>
                    <a:pt x="959" y="2811"/>
                    <a:pt x="1031" y="2802"/>
                    <a:pt x="1103" y="2786"/>
                  </a:cubicBezTo>
                  <a:cubicBezTo>
                    <a:pt x="1158" y="2774"/>
                    <a:pt x="1200" y="2729"/>
                    <a:pt x="1209" y="2674"/>
                  </a:cubicBezTo>
                  <a:cubicBezTo>
                    <a:pt x="1217" y="2608"/>
                    <a:pt x="1175" y="2546"/>
                    <a:pt x="1111" y="2530"/>
                  </a:cubicBezTo>
                  <a:cubicBezTo>
                    <a:pt x="773" y="2447"/>
                    <a:pt x="517" y="2172"/>
                    <a:pt x="461" y="1830"/>
                  </a:cubicBezTo>
                  <a:lnTo>
                    <a:pt x="461" y="1830"/>
                  </a:lnTo>
                  <a:cubicBezTo>
                    <a:pt x="548" y="1850"/>
                    <a:pt x="637" y="1861"/>
                    <a:pt x="726" y="1861"/>
                  </a:cubicBezTo>
                  <a:cubicBezTo>
                    <a:pt x="740" y="1861"/>
                    <a:pt x="754" y="1860"/>
                    <a:pt x="769" y="1860"/>
                  </a:cubicBezTo>
                  <a:cubicBezTo>
                    <a:pt x="833" y="1858"/>
                    <a:pt x="887" y="1809"/>
                    <a:pt x="895" y="1744"/>
                  </a:cubicBezTo>
                  <a:cubicBezTo>
                    <a:pt x="899" y="1691"/>
                    <a:pt x="874" y="1642"/>
                    <a:pt x="829" y="1615"/>
                  </a:cubicBezTo>
                  <a:cubicBezTo>
                    <a:pt x="474" y="1398"/>
                    <a:pt x="302" y="975"/>
                    <a:pt x="407" y="571"/>
                  </a:cubicBezTo>
                  <a:lnTo>
                    <a:pt x="407" y="571"/>
                  </a:lnTo>
                  <a:cubicBezTo>
                    <a:pt x="750" y="912"/>
                    <a:pt x="1165" y="1169"/>
                    <a:pt x="1621" y="1325"/>
                  </a:cubicBezTo>
                  <a:cubicBezTo>
                    <a:pt x="1626" y="1327"/>
                    <a:pt x="2076" y="1467"/>
                    <a:pt x="2247" y="1468"/>
                  </a:cubicBezTo>
                  <a:cubicBezTo>
                    <a:pt x="2258" y="1468"/>
                    <a:pt x="2311" y="1469"/>
                    <a:pt x="2311" y="1469"/>
                  </a:cubicBezTo>
                  <a:cubicBezTo>
                    <a:pt x="2313" y="1469"/>
                    <a:pt x="2316" y="1469"/>
                    <a:pt x="2318" y="1469"/>
                  </a:cubicBezTo>
                  <a:cubicBezTo>
                    <a:pt x="2372" y="1469"/>
                    <a:pt x="2421" y="1435"/>
                    <a:pt x="2439" y="1383"/>
                  </a:cubicBezTo>
                  <a:cubicBezTo>
                    <a:pt x="2446" y="1367"/>
                    <a:pt x="2449" y="1351"/>
                    <a:pt x="2447" y="1333"/>
                  </a:cubicBezTo>
                  <a:lnTo>
                    <a:pt x="2447" y="1311"/>
                  </a:lnTo>
                  <a:cubicBezTo>
                    <a:pt x="2447" y="885"/>
                    <a:pt x="2705" y="501"/>
                    <a:pt x="3099" y="340"/>
                  </a:cubicBezTo>
                  <a:cubicBezTo>
                    <a:pt x="3227" y="287"/>
                    <a:pt x="3362" y="262"/>
                    <a:pt x="3495" y="262"/>
                  </a:cubicBezTo>
                  <a:cubicBezTo>
                    <a:pt x="3771" y="262"/>
                    <a:pt x="4042" y="371"/>
                    <a:pt x="4243" y="576"/>
                  </a:cubicBezTo>
                  <a:cubicBezTo>
                    <a:pt x="4267" y="601"/>
                    <a:pt x="4300" y="614"/>
                    <a:pt x="4336" y="614"/>
                  </a:cubicBezTo>
                  <a:cubicBezTo>
                    <a:pt x="4342" y="614"/>
                    <a:pt x="4348" y="614"/>
                    <a:pt x="4354" y="613"/>
                  </a:cubicBezTo>
                  <a:cubicBezTo>
                    <a:pt x="4485" y="594"/>
                    <a:pt x="4616" y="565"/>
                    <a:pt x="4743" y="522"/>
                  </a:cubicBezTo>
                  <a:lnTo>
                    <a:pt x="4743" y="522"/>
                  </a:lnTo>
                  <a:cubicBezTo>
                    <a:pt x="4674" y="597"/>
                    <a:pt x="4595" y="659"/>
                    <a:pt x="4507" y="709"/>
                  </a:cubicBezTo>
                  <a:cubicBezTo>
                    <a:pt x="4446" y="741"/>
                    <a:pt x="4422" y="814"/>
                    <a:pt x="4449" y="877"/>
                  </a:cubicBezTo>
                  <a:lnTo>
                    <a:pt x="4452" y="881"/>
                  </a:lnTo>
                  <a:cubicBezTo>
                    <a:pt x="4473" y="928"/>
                    <a:pt x="4519" y="957"/>
                    <a:pt x="4571" y="957"/>
                  </a:cubicBezTo>
                  <a:cubicBezTo>
                    <a:pt x="4575" y="957"/>
                    <a:pt x="4579" y="957"/>
                    <a:pt x="4584" y="956"/>
                  </a:cubicBezTo>
                  <a:cubicBezTo>
                    <a:pt x="4691" y="947"/>
                    <a:pt x="4798" y="930"/>
                    <a:pt x="4903" y="904"/>
                  </a:cubicBezTo>
                  <a:lnTo>
                    <a:pt x="4903" y="904"/>
                  </a:lnTo>
                  <a:cubicBezTo>
                    <a:pt x="4810" y="1000"/>
                    <a:pt x="4708" y="1087"/>
                    <a:pt x="4597" y="1164"/>
                  </a:cubicBezTo>
                  <a:cubicBezTo>
                    <a:pt x="4562" y="1189"/>
                    <a:pt x="4541" y="1231"/>
                    <a:pt x="4542" y="1274"/>
                  </a:cubicBezTo>
                  <a:lnTo>
                    <a:pt x="4542" y="1284"/>
                  </a:lnTo>
                  <a:lnTo>
                    <a:pt x="4542" y="1311"/>
                  </a:lnTo>
                  <a:lnTo>
                    <a:pt x="4542" y="1321"/>
                  </a:lnTo>
                  <a:cubicBezTo>
                    <a:pt x="4539" y="2028"/>
                    <a:pt x="4277" y="2708"/>
                    <a:pt x="3803" y="3231"/>
                  </a:cubicBezTo>
                  <a:cubicBezTo>
                    <a:pt x="3755" y="3287"/>
                    <a:pt x="3760" y="3370"/>
                    <a:pt x="3814" y="3419"/>
                  </a:cubicBezTo>
                  <a:cubicBezTo>
                    <a:pt x="3839" y="3441"/>
                    <a:pt x="3870" y="3452"/>
                    <a:pt x="3901" y="3452"/>
                  </a:cubicBezTo>
                  <a:cubicBezTo>
                    <a:pt x="3938" y="3452"/>
                    <a:pt x="3975" y="3436"/>
                    <a:pt x="4001" y="3406"/>
                  </a:cubicBezTo>
                  <a:cubicBezTo>
                    <a:pt x="4514" y="2840"/>
                    <a:pt x="4799" y="2102"/>
                    <a:pt x="4804" y="1337"/>
                  </a:cubicBezTo>
                  <a:cubicBezTo>
                    <a:pt x="5037" y="1164"/>
                    <a:pt x="5235" y="950"/>
                    <a:pt x="5390" y="705"/>
                  </a:cubicBezTo>
                  <a:cubicBezTo>
                    <a:pt x="5425" y="650"/>
                    <a:pt x="5414" y="578"/>
                    <a:pt x="5366" y="535"/>
                  </a:cubicBezTo>
                  <a:cubicBezTo>
                    <a:pt x="5341" y="515"/>
                    <a:pt x="5311" y="504"/>
                    <a:pt x="5280" y="504"/>
                  </a:cubicBezTo>
                  <a:cubicBezTo>
                    <a:pt x="5260" y="504"/>
                    <a:pt x="5240" y="509"/>
                    <a:pt x="5222" y="518"/>
                  </a:cubicBezTo>
                  <a:cubicBezTo>
                    <a:pt x="5154" y="549"/>
                    <a:pt x="5084" y="577"/>
                    <a:pt x="5014" y="600"/>
                  </a:cubicBezTo>
                  <a:cubicBezTo>
                    <a:pt x="5084" y="504"/>
                    <a:pt x="5140" y="398"/>
                    <a:pt x="5179" y="286"/>
                  </a:cubicBezTo>
                  <a:cubicBezTo>
                    <a:pt x="5196" y="239"/>
                    <a:pt x="5187" y="186"/>
                    <a:pt x="5154" y="149"/>
                  </a:cubicBezTo>
                  <a:cubicBezTo>
                    <a:pt x="5129" y="121"/>
                    <a:pt x="5094" y="107"/>
                    <a:pt x="5058" y="107"/>
                  </a:cubicBezTo>
                  <a:cubicBezTo>
                    <a:pt x="5036" y="107"/>
                    <a:pt x="5013" y="113"/>
                    <a:pt x="4993" y="125"/>
                  </a:cubicBezTo>
                  <a:cubicBezTo>
                    <a:pt x="4802" y="232"/>
                    <a:pt x="4595" y="308"/>
                    <a:pt x="4379" y="344"/>
                  </a:cubicBezTo>
                  <a:cubicBezTo>
                    <a:pt x="4133" y="119"/>
                    <a:pt x="3816" y="1"/>
                    <a:pt x="34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46"/>
          <p:cNvGrpSpPr/>
          <p:nvPr/>
        </p:nvGrpSpPr>
        <p:grpSpPr>
          <a:xfrm>
            <a:off x="7451314" y="540021"/>
            <a:ext cx="400164" cy="379860"/>
            <a:chOff x="2841214" y="540046"/>
            <a:chExt cx="400164" cy="379860"/>
          </a:xfrm>
        </p:grpSpPr>
        <p:sp>
          <p:nvSpPr>
            <p:cNvPr id="358" name="Google Shape;358;p46"/>
            <p:cNvSpPr/>
            <p:nvPr/>
          </p:nvSpPr>
          <p:spPr>
            <a:xfrm>
              <a:off x="2949377" y="691933"/>
              <a:ext cx="52020" cy="132043"/>
            </a:xfrm>
            <a:custGeom>
              <a:rect b="b" l="l" r="r" t="t"/>
              <a:pathLst>
                <a:path extrusionOk="0" h="2881" w="1135">
                  <a:moveTo>
                    <a:pt x="873" y="262"/>
                  </a:moveTo>
                  <a:lnTo>
                    <a:pt x="873" y="2618"/>
                  </a:lnTo>
                  <a:lnTo>
                    <a:pt x="262" y="2618"/>
                  </a:lnTo>
                  <a:lnTo>
                    <a:pt x="262" y="262"/>
                  </a:lnTo>
                  <a:close/>
                  <a:moveTo>
                    <a:pt x="131" y="1"/>
                  </a:moveTo>
                  <a:cubicBezTo>
                    <a:pt x="58" y="1"/>
                    <a:pt x="1" y="60"/>
                    <a:pt x="1" y="131"/>
                  </a:cubicBezTo>
                  <a:lnTo>
                    <a:pt x="1" y="2749"/>
                  </a:lnTo>
                  <a:cubicBezTo>
                    <a:pt x="1" y="2821"/>
                    <a:pt x="58" y="2880"/>
                    <a:pt x="131" y="2880"/>
                  </a:cubicBezTo>
                  <a:lnTo>
                    <a:pt x="1003" y="2880"/>
                  </a:lnTo>
                  <a:cubicBezTo>
                    <a:pt x="1076" y="2880"/>
                    <a:pt x="1134" y="2821"/>
                    <a:pt x="1134" y="2749"/>
                  </a:cubicBezTo>
                  <a:lnTo>
                    <a:pt x="1134" y="131"/>
                  </a:lnTo>
                  <a:cubicBezTo>
                    <a:pt x="1134" y="60"/>
                    <a:pt x="1076" y="1"/>
                    <a:pt x="10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6"/>
            <p:cNvSpPr/>
            <p:nvPr/>
          </p:nvSpPr>
          <p:spPr>
            <a:xfrm>
              <a:off x="2939019" y="620022"/>
              <a:ext cx="62378" cy="59995"/>
            </a:xfrm>
            <a:custGeom>
              <a:rect b="b" l="l" r="r" t="t"/>
              <a:pathLst>
                <a:path extrusionOk="0" h="1309" w="1361">
                  <a:moveTo>
                    <a:pt x="704" y="261"/>
                  </a:moveTo>
                  <a:cubicBezTo>
                    <a:pt x="906" y="261"/>
                    <a:pt x="1099" y="418"/>
                    <a:pt x="1099" y="654"/>
                  </a:cubicBezTo>
                  <a:cubicBezTo>
                    <a:pt x="1099" y="871"/>
                    <a:pt x="923" y="1046"/>
                    <a:pt x="706" y="1046"/>
                  </a:cubicBezTo>
                  <a:cubicBezTo>
                    <a:pt x="356" y="1046"/>
                    <a:pt x="181" y="623"/>
                    <a:pt x="429" y="377"/>
                  </a:cubicBezTo>
                  <a:cubicBezTo>
                    <a:pt x="509" y="297"/>
                    <a:pt x="607" y="261"/>
                    <a:pt x="704" y="261"/>
                  </a:cubicBezTo>
                  <a:close/>
                  <a:moveTo>
                    <a:pt x="706" y="0"/>
                  </a:moveTo>
                  <a:cubicBezTo>
                    <a:pt x="442" y="0"/>
                    <a:pt x="202" y="159"/>
                    <a:pt x="101" y="404"/>
                  </a:cubicBezTo>
                  <a:cubicBezTo>
                    <a:pt x="0" y="648"/>
                    <a:pt x="56" y="929"/>
                    <a:pt x="243" y="1116"/>
                  </a:cubicBezTo>
                  <a:cubicBezTo>
                    <a:pt x="368" y="1241"/>
                    <a:pt x="536" y="1308"/>
                    <a:pt x="707" y="1308"/>
                  </a:cubicBezTo>
                  <a:cubicBezTo>
                    <a:pt x="791" y="1308"/>
                    <a:pt x="876" y="1292"/>
                    <a:pt x="956" y="1259"/>
                  </a:cubicBezTo>
                  <a:cubicBezTo>
                    <a:pt x="1201" y="1158"/>
                    <a:pt x="1360" y="918"/>
                    <a:pt x="1360" y="654"/>
                  </a:cubicBezTo>
                  <a:cubicBezTo>
                    <a:pt x="1360" y="292"/>
                    <a:pt x="1067" y="0"/>
                    <a:pt x="7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6"/>
            <p:cNvSpPr/>
            <p:nvPr/>
          </p:nvSpPr>
          <p:spPr>
            <a:xfrm>
              <a:off x="3029353" y="691933"/>
              <a:ext cx="140018" cy="132043"/>
            </a:xfrm>
            <a:custGeom>
              <a:rect b="b" l="l" r="r" t="t"/>
              <a:pathLst>
                <a:path extrusionOk="0" h="2881" w="3055">
                  <a:moveTo>
                    <a:pt x="131" y="1"/>
                  </a:moveTo>
                  <a:cubicBezTo>
                    <a:pt x="58" y="1"/>
                    <a:pt x="0" y="60"/>
                    <a:pt x="0" y="131"/>
                  </a:cubicBezTo>
                  <a:lnTo>
                    <a:pt x="0" y="2749"/>
                  </a:lnTo>
                  <a:cubicBezTo>
                    <a:pt x="0" y="2821"/>
                    <a:pt x="58" y="2880"/>
                    <a:pt x="131" y="2880"/>
                  </a:cubicBezTo>
                  <a:lnTo>
                    <a:pt x="1003" y="2880"/>
                  </a:lnTo>
                  <a:cubicBezTo>
                    <a:pt x="1076" y="2880"/>
                    <a:pt x="1134" y="2821"/>
                    <a:pt x="1134" y="2749"/>
                  </a:cubicBezTo>
                  <a:lnTo>
                    <a:pt x="1134" y="1810"/>
                  </a:lnTo>
                  <a:cubicBezTo>
                    <a:pt x="1134" y="1502"/>
                    <a:pt x="1202" y="1135"/>
                    <a:pt x="1527" y="1135"/>
                  </a:cubicBezTo>
                  <a:cubicBezTo>
                    <a:pt x="1769" y="1135"/>
                    <a:pt x="1867" y="1339"/>
                    <a:pt x="1902" y="1570"/>
                  </a:cubicBezTo>
                  <a:cubicBezTo>
                    <a:pt x="1913" y="1635"/>
                    <a:pt x="1970" y="1681"/>
                    <a:pt x="2032" y="1681"/>
                  </a:cubicBezTo>
                  <a:cubicBezTo>
                    <a:pt x="2039" y="1681"/>
                    <a:pt x="2045" y="1680"/>
                    <a:pt x="2052" y="1679"/>
                  </a:cubicBezTo>
                  <a:cubicBezTo>
                    <a:pt x="2123" y="1667"/>
                    <a:pt x="2172" y="1600"/>
                    <a:pt x="2161" y="1529"/>
                  </a:cubicBezTo>
                  <a:cubicBezTo>
                    <a:pt x="2095" y="1109"/>
                    <a:pt x="1871" y="873"/>
                    <a:pt x="1527" y="873"/>
                  </a:cubicBezTo>
                  <a:cubicBezTo>
                    <a:pt x="1111" y="873"/>
                    <a:pt x="872" y="1214"/>
                    <a:pt x="872" y="1809"/>
                  </a:cubicBezTo>
                  <a:lnTo>
                    <a:pt x="872" y="2616"/>
                  </a:lnTo>
                  <a:lnTo>
                    <a:pt x="261" y="2616"/>
                  </a:lnTo>
                  <a:lnTo>
                    <a:pt x="261" y="260"/>
                  </a:lnTo>
                  <a:lnTo>
                    <a:pt x="697" y="260"/>
                  </a:lnTo>
                  <a:lnTo>
                    <a:pt x="697" y="433"/>
                  </a:lnTo>
                  <a:cubicBezTo>
                    <a:pt x="697" y="473"/>
                    <a:pt x="715" y="512"/>
                    <a:pt x="746" y="538"/>
                  </a:cubicBezTo>
                  <a:cubicBezTo>
                    <a:pt x="770" y="557"/>
                    <a:pt x="799" y="567"/>
                    <a:pt x="829" y="567"/>
                  </a:cubicBezTo>
                  <a:cubicBezTo>
                    <a:pt x="858" y="567"/>
                    <a:pt x="887" y="557"/>
                    <a:pt x="910" y="538"/>
                  </a:cubicBezTo>
                  <a:cubicBezTo>
                    <a:pt x="1132" y="359"/>
                    <a:pt x="1410" y="260"/>
                    <a:pt x="1696" y="260"/>
                  </a:cubicBezTo>
                  <a:cubicBezTo>
                    <a:pt x="1698" y="260"/>
                    <a:pt x="1700" y="260"/>
                    <a:pt x="1702" y="260"/>
                  </a:cubicBezTo>
                  <a:cubicBezTo>
                    <a:pt x="2454" y="260"/>
                    <a:pt x="2792" y="896"/>
                    <a:pt x="2792" y="1526"/>
                  </a:cubicBezTo>
                  <a:lnTo>
                    <a:pt x="2792" y="2616"/>
                  </a:lnTo>
                  <a:lnTo>
                    <a:pt x="2181" y="2616"/>
                  </a:lnTo>
                  <a:lnTo>
                    <a:pt x="2181" y="2185"/>
                  </a:lnTo>
                  <a:cubicBezTo>
                    <a:pt x="2181" y="2113"/>
                    <a:pt x="2123" y="2055"/>
                    <a:pt x="2050" y="2055"/>
                  </a:cubicBezTo>
                  <a:cubicBezTo>
                    <a:pt x="1979" y="2055"/>
                    <a:pt x="1920" y="2113"/>
                    <a:pt x="1920" y="2185"/>
                  </a:cubicBezTo>
                  <a:lnTo>
                    <a:pt x="1920" y="2747"/>
                  </a:lnTo>
                  <a:cubicBezTo>
                    <a:pt x="1920" y="2819"/>
                    <a:pt x="1979" y="2877"/>
                    <a:pt x="2050" y="2877"/>
                  </a:cubicBezTo>
                  <a:lnTo>
                    <a:pt x="2923" y="2877"/>
                  </a:lnTo>
                  <a:cubicBezTo>
                    <a:pt x="2995" y="2877"/>
                    <a:pt x="3055" y="2819"/>
                    <a:pt x="3055" y="2747"/>
                  </a:cubicBezTo>
                  <a:lnTo>
                    <a:pt x="3055" y="1526"/>
                  </a:lnTo>
                  <a:cubicBezTo>
                    <a:pt x="3053" y="629"/>
                    <a:pt x="2497" y="1"/>
                    <a:pt x="1700" y="1"/>
                  </a:cubicBezTo>
                  <a:cubicBezTo>
                    <a:pt x="1442" y="1"/>
                    <a:pt x="1186" y="68"/>
                    <a:pt x="960" y="193"/>
                  </a:cubicBezTo>
                  <a:lnTo>
                    <a:pt x="960" y="131"/>
                  </a:lnTo>
                  <a:cubicBezTo>
                    <a:pt x="960" y="60"/>
                    <a:pt x="901" y="1"/>
                    <a:pt x="82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6"/>
            <p:cNvSpPr/>
            <p:nvPr/>
          </p:nvSpPr>
          <p:spPr>
            <a:xfrm>
              <a:off x="2841214" y="540046"/>
              <a:ext cx="400164" cy="379860"/>
            </a:xfrm>
            <a:custGeom>
              <a:rect b="b" l="l" r="r" t="t"/>
              <a:pathLst>
                <a:path extrusionOk="0" h="8288" w="8731">
                  <a:moveTo>
                    <a:pt x="4584" y="262"/>
                  </a:moveTo>
                  <a:cubicBezTo>
                    <a:pt x="6725" y="262"/>
                    <a:pt x="8467" y="2004"/>
                    <a:pt x="8467" y="4144"/>
                  </a:cubicBezTo>
                  <a:cubicBezTo>
                    <a:pt x="8467" y="6284"/>
                    <a:pt x="6725" y="8026"/>
                    <a:pt x="4584" y="8026"/>
                  </a:cubicBezTo>
                  <a:cubicBezTo>
                    <a:pt x="2444" y="8026"/>
                    <a:pt x="703" y="6284"/>
                    <a:pt x="703" y="4144"/>
                  </a:cubicBezTo>
                  <a:cubicBezTo>
                    <a:pt x="703" y="2004"/>
                    <a:pt x="2444" y="262"/>
                    <a:pt x="4584" y="262"/>
                  </a:cubicBezTo>
                  <a:close/>
                  <a:moveTo>
                    <a:pt x="4584" y="0"/>
                  </a:moveTo>
                  <a:cubicBezTo>
                    <a:pt x="3787" y="0"/>
                    <a:pt x="2985" y="230"/>
                    <a:pt x="2283" y="699"/>
                  </a:cubicBezTo>
                  <a:cubicBezTo>
                    <a:pt x="640" y="1796"/>
                    <a:pt x="1" y="3903"/>
                    <a:pt x="757" y="5728"/>
                  </a:cubicBezTo>
                  <a:cubicBezTo>
                    <a:pt x="1408" y="7300"/>
                    <a:pt x="2936" y="8288"/>
                    <a:pt x="4584" y="8288"/>
                  </a:cubicBezTo>
                  <a:cubicBezTo>
                    <a:pt x="4852" y="8288"/>
                    <a:pt x="5123" y="8262"/>
                    <a:pt x="5393" y="8208"/>
                  </a:cubicBezTo>
                  <a:cubicBezTo>
                    <a:pt x="7332" y="7822"/>
                    <a:pt x="8728" y="6120"/>
                    <a:pt x="8728" y="4144"/>
                  </a:cubicBezTo>
                  <a:cubicBezTo>
                    <a:pt x="8731" y="3044"/>
                    <a:pt x="8294" y="1989"/>
                    <a:pt x="7515" y="1213"/>
                  </a:cubicBezTo>
                  <a:cubicBezTo>
                    <a:pt x="6714" y="413"/>
                    <a:pt x="5653" y="0"/>
                    <a:pt x="45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7"/>
          <p:cNvSpPr txBox="1"/>
          <p:nvPr>
            <p:ph idx="1" type="body"/>
          </p:nvPr>
        </p:nvSpPr>
        <p:spPr>
          <a:xfrm>
            <a:off x="654100" y="969025"/>
            <a:ext cx="8129100" cy="3968100"/>
          </a:xfrm>
          <a:prstGeom prst="rect">
            <a:avLst/>
          </a:prstGeom>
        </p:spPr>
        <p:txBody>
          <a:bodyPr anchorCtr="0" anchor="t" bIns="91425" lIns="91425" spcFirstLastPara="1" rIns="91425" wrap="square" tIns="91425">
            <a:noAutofit/>
          </a:bodyPr>
          <a:lstStyle/>
          <a:p>
            <a:pPr indent="-292100" lvl="0" marL="457200" rtl="0" algn="l">
              <a:lnSpc>
                <a:spcPct val="100000"/>
              </a:lnSpc>
              <a:spcBef>
                <a:spcPts val="1200"/>
              </a:spcBef>
              <a:spcAft>
                <a:spcPts val="0"/>
              </a:spcAft>
              <a:buSzPts val="1000"/>
              <a:buChar char="●"/>
            </a:pPr>
            <a:r>
              <a:rPr lang="es" sz="1000" u="sng">
                <a:hlinkClick r:id="rId3"/>
              </a:rPr>
              <a:t>https://macrotrends.net/stocks/charts/VZ/verizon/revenue</a:t>
            </a:r>
            <a:r>
              <a:rPr lang="es" sz="1000"/>
              <a:t>  </a:t>
            </a:r>
            <a:endParaRPr sz="1000"/>
          </a:p>
          <a:p>
            <a:pPr indent="-292100" lvl="0" marL="457200" rtl="0" algn="l">
              <a:lnSpc>
                <a:spcPct val="100000"/>
              </a:lnSpc>
              <a:spcBef>
                <a:spcPts val="0"/>
              </a:spcBef>
              <a:spcAft>
                <a:spcPts val="0"/>
              </a:spcAft>
              <a:buSzPts val="1000"/>
              <a:buChar char="●"/>
            </a:pPr>
            <a:r>
              <a:rPr lang="es" sz="1000" u="sng">
                <a:hlinkClick r:id="rId4"/>
              </a:rPr>
              <a:t>https://www.verizon.com/about/sites/default/files/2024-Annual-Report-on-Form-10k.pdf</a:t>
            </a:r>
            <a:r>
              <a:rPr lang="es" sz="1000"/>
              <a:t> </a:t>
            </a:r>
            <a:endParaRPr sz="1000"/>
          </a:p>
          <a:p>
            <a:pPr indent="-292100" lvl="0" marL="457200" rtl="0" algn="l">
              <a:lnSpc>
                <a:spcPct val="100000"/>
              </a:lnSpc>
              <a:spcBef>
                <a:spcPts val="0"/>
              </a:spcBef>
              <a:spcAft>
                <a:spcPts val="0"/>
              </a:spcAft>
              <a:buSzPts val="1000"/>
              <a:buChar char="●"/>
            </a:pPr>
            <a:r>
              <a:rPr lang="es" sz="1000" u="sng">
                <a:hlinkClick r:id="rId5"/>
              </a:rPr>
              <a:t>https://www.verizon.com/about/our-company/verizon-fact-sheet</a:t>
            </a:r>
            <a:r>
              <a:rPr lang="es" sz="1000"/>
              <a:t> </a:t>
            </a:r>
            <a:endParaRPr sz="1000"/>
          </a:p>
          <a:p>
            <a:pPr indent="-292100" lvl="0" marL="457200" rtl="0" algn="l">
              <a:lnSpc>
                <a:spcPct val="100000"/>
              </a:lnSpc>
              <a:spcBef>
                <a:spcPts val="0"/>
              </a:spcBef>
              <a:spcAft>
                <a:spcPts val="0"/>
              </a:spcAft>
              <a:buSzPts val="1000"/>
              <a:buChar char="●"/>
            </a:pPr>
            <a:r>
              <a:rPr lang="es" sz="1000" u="sng">
                <a:hlinkClick r:id="rId6"/>
              </a:rPr>
              <a:t>https://www.verizon.com/business/resources/articles/s/ai-for-smart-distribution-center-operations/</a:t>
            </a:r>
            <a:r>
              <a:rPr lang="es" sz="1000"/>
              <a:t>  </a:t>
            </a:r>
            <a:endParaRPr sz="1000"/>
          </a:p>
          <a:p>
            <a:pPr indent="-292100" lvl="0" marL="457200" rtl="0" algn="l">
              <a:lnSpc>
                <a:spcPct val="100000"/>
              </a:lnSpc>
              <a:spcBef>
                <a:spcPts val="0"/>
              </a:spcBef>
              <a:spcAft>
                <a:spcPts val="0"/>
              </a:spcAft>
              <a:buSzPts val="1000"/>
              <a:buChar char="●"/>
            </a:pPr>
            <a:r>
              <a:rPr lang="es" sz="1000" u="sng">
                <a:hlinkClick r:id="rId7"/>
              </a:rPr>
              <a:t>https://www.theverge.com/news/691810/verizon-google-gemini-ai-chatbot-customer-service</a:t>
            </a:r>
            <a:r>
              <a:rPr lang="es" sz="1000"/>
              <a:t> </a:t>
            </a:r>
            <a:endParaRPr sz="1000"/>
          </a:p>
          <a:p>
            <a:pPr indent="-292100" lvl="0" marL="457200" rtl="0" algn="l">
              <a:lnSpc>
                <a:spcPct val="100000"/>
              </a:lnSpc>
              <a:spcBef>
                <a:spcPts val="0"/>
              </a:spcBef>
              <a:spcAft>
                <a:spcPts val="0"/>
              </a:spcAft>
              <a:buSzPts val="1000"/>
              <a:buChar char="●"/>
            </a:pPr>
            <a:r>
              <a:rPr lang="es" sz="1000" u="sng">
                <a:hlinkClick r:id="rId8"/>
              </a:rPr>
              <a:t>https://www.theverge.com/2024/9/5/24236519/verizon-frontier-fiber-network-acquisition-20-billion</a:t>
            </a:r>
            <a:r>
              <a:rPr lang="es" sz="1000"/>
              <a:t>  </a:t>
            </a:r>
            <a:endParaRPr sz="1000"/>
          </a:p>
          <a:p>
            <a:pPr indent="-292100" lvl="0" marL="457200" rtl="0" algn="l">
              <a:lnSpc>
                <a:spcPct val="100000"/>
              </a:lnSpc>
              <a:spcBef>
                <a:spcPts val="0"/>
              </a:spcBef>
              <a:spcAft>
                <a:spcPts val="0"/>
              </a:spcAft>
              <a:buSzPts val="1000"/>
              <a:buChar char="●"/>
            </a:pPr>
            <a:r>
              <a:rPr lang="es" sz="1000" u="sng">
                <a:hlinkClick r:id="rId9"/>
              </a:rPr>
              <a:t>https://www.verizon.com/shop/</a:t>
            </a:r>
            <a:r>
              <a:rPr lang="es" sz="1000"/>
              <a:t>  </a:t>
            </a:r>
            <a:endParaRPr sz="1000"/>
          </a:p>
          <a:p>
            <a:pPr indent="-292100" lvl="0" marL="457200" rtl="0" algn="l">
              <a:lnSpc>
                <a:spcPct val="100000"/>
              </a:lnSpc>
              <a:spcBef>
                <a:spcPts val="0"/>
              </a:spcBef>
              <a:spcAft>
                <a:spcPts val="0"/>
              </a:spcAft>
              <a:buSzPts val="1000"/>
              <a:buChar char="●"/>
            </a:pPr>
            <a:r>
              <a:rPr lang="es" sz="1000" u="sng">
                <a:hlinkClick r:id="rId10"/>
              </a:rPr>
              <a:t>https://www.verizon.com/business/solutions/</a:t>
            </a:r>
            <a:r>
              <a:rPr lang="es" sz="1000"/>
              <a:t>  </a:t>
            </a:r>
            <a:endParaRPr sz="1000"/>
          </a:p>
          <a:p>
            <a:pPr indent="-292100" lvl="0" marL="457200" rtl="0" algn="l">
              <a:lnSpc>
                <a:spcPct val="100000"/>
              </a:lnSpc>
              <a:spcBef>
                <a:spcPts val="0"/>
              </a:spcBef>
              <a:spcAft>
                <a:spcPts val="0"/>
              </a:spcAft>
              <a:buSzPts val="1000"/>
              <a:buChar char="●"/>
            </a:pPr>
            <a:r>
              <a:rPr lang="es" sz="1000" u="sng">
                <a:hlinkClick r:id="rId11"/>
              </a:rPr>
              <a:t>https://www.verizon.com/business/resources/whitepapers/iot-supply-chain/</a:t>
            </a:r>
            <a:r>
              <a:rPr lang="es" sz="1000"/>
              <a:t>  </a:t>
            </a:r>
            <a:endParaRPr sz="1000"/>
          </a:p>
          <a:p>
            <a:pPr indent="-292100" lvl="0" marL="457200" rtl="0" algn="l">
              <a:lnSpc>
                <a:spcPct val="100000"/>
              </a:lnSpc>
              <a:spcBef>
                <a:spcPts val="0"/>
              </a:spcBef>
              <a:spcAft>
                <a:spcPts val="0"/>
              </a:spcAft>
              <a:buSzPts val="1000"/>
              <a:buChar char="●"/>
            </a:pPr>
            <a:r>
              <a:rPr lang="es" sz="1000" u="sng">
                <a:hlinkClick r:id="rId12"/>
              </a:rPr>
              <a:t>https://www.verizon.com/business/solutions/industry/distribution-logistics/</a:t>
            </a:r>
            <a:endParaRPr sz="1000"/>
          </a:p>
          <a:p>
            <a:pPr indent="-292100" lvl="0" marL="457200" rtl="0" algn="l">
              <a:lnSpc>
                <a:spcPct val="100000"/>
              </a:lnSpc>
              <a:spcBef>
                <a:spcPts val="0"/>
              </a:spcBef>
              <a:spcAft>
                <a:spcPts val="0"/>
              </a:spcAft>
              <a:buSzPts val="1000"/>
              <a:buChar char="●"/>
            </a:pPr>
            <a:r>
              <a:rPr lang="es" sz="1000" u="sng">
                <a:hlinkClick r:id="rId13"/>
              </a:rPr>
              <a:t>https://www.scrapehero.com/location-reports/Verizon-USA/?utm_source=chatgpt.com</a:t>
            </a:r>
            <a:endParaRPr sz="1000"/>
          </a:p>
          <a:p>
            <a:pPr indent="-292100" lvl="0" marL="457200" rtl="0" algn="l">
              <a:lnSpc>
                <a:spcPct val="100000"/>
              </a:lnSpc>
              <a:spcBef>
                <a:spcPts val="0"/>
              </a:spcBef>
              <a:spcAft>
                <a:spcPts val="0"/>
              </a:spcAft>
              <a:buSzPts val="1000"/>
              <a:buChar char="●"/>
            </a:pPr>
            <a:r>
              <a:rPr lang="es" sz="1000" u="sng">
                <a:solidFill>
                  <a:schemeClr val="hlink"/>
                </a:solidFill>
                <a:hlinkClick r:id="rId14"/>
              </a:rPr>
              <a:t>https://www.reuters.com/world/asia-pacific/south-korea-cannot-pay-350-billion-us-tariff-deal-trump-suggests-top-aide-says-2025-09-27</a:t>
            </a:r>
            <a:r>
              <a:rPr lang="es" sz="1000"/>
              <a:t> </a:t>
            </a:r>
            <a:endParaRPr sz="1000"/>
          </a:p>
          <a:p>
            <a:pPr indent="-292100" lvl="0" marL="457200" rtl="0" algn="l">
              <a:lnSpc>
                <a:spcPct val="100000"/>
              </a:lnSpc>
              <a:spcBef>
                <a:spcPts val="0"/>
              </a:spcBef>
              <a:spcAft>
                <a:spcPts val="0"/>
              </a:spcAft>
              <a:buSzPts val="1000"/>
              <a:buChar char="●"/>
            </a:pPr>
            <a:r>
              <a:rPr lang="es" sz="1000" u="sng">
                <a:solidFill>
                  <a:schemeClr val="hlink"/>
                </a:solidFill>
                <a:hlinkClick r:id="rId15"/>
              </a:rPr>
              <a:t>https://www.congress.gov/crs-product/IN12569</a:t>
            </a:r>
            <a:r>
              <a:rPr lang="es" sz="1000"/>
              <a:t> </a:t>
            </a:r>
            <a:endParaRPr sz="1000"/>
          </a:p>
          <a:p>
            <a:pPr indent="-292100" lvl="0" marL="457200" rtl="0" algn="l">
              <a:lnSpc>
                <a:spcPct val="100000"/>
              </a:lnSpc>
              <a:spcBef>
                <a:spcPts val="0"/>
              </a:spcBef>
              <a:spcAft>
                <a:spcPts val="0"/>
              </a:spcAft>
              <a:buSzPts val="1000"/>
              <a:buChar char="●"/>
            </a:pPr>
            <a:r>
              <a:rPr lang="es" sz="1000" u="sng">
                <a:hlinkClick r:id="rId16"/>
              </a:rPr>
              <a:t>https://www.statista.com/statistics/199359/market-share-of-wireless-carriers-in-the-us-by-subscriptions/?srsltid=AfmBOoozVLyuiJkZON9EgffcZvTatrkAwLZ5kl7scNxpHQ2PUTZV6bkb</a:t>
            </a:r>
            <a:endParaRPr sz="1000"/>
          </a:p>
          <a:p>
            <a:pPr indent="-292100" lvl="0" marL="457200" rtl="0" algn="l">
              <a:lnSpc>
                <a:spcPct val="100000"/>
              </a:lnSpc>
              <a:spcBef>
                <a:spcPts val="0"/>
              </a:spcBef>
              <a:spcAft>
                <a:spcPts val="0"/>
              </a:spcAft>
              <a:buSzPts val="1000"/>
              <a:buChar char="●"/>
            </a:pPr>
            <a:r>
              <a:rPr lang="es" sz="1000" u="sng">
                <a:hlinkClick r:id="rId17"/>
              </a:rPr>
              <a:t>https://www.verizon.com/about/our-company/who-we-are</a:t>
            </a:r>
            <a:r>
              <a:rPr lang="es" sz="1000"/>
              <a:t> </a:t>
            </a:r>
            <a:endParaRPr sz="1000"/>
          </a:p>
          <a:p>
            <a:pPr indent="-292100" lvl="0" marL="457200" rtl="0" algn="l">
              <a:lnSpc>
                <a:spcPct val="100000"/>
              </a:lnSpc>
              <a:spcBef>
                <a:spcPts val="0"/>
              </a:spcBef>
              <a:spcAft>
                <a:spcPts val="0"/>
              </a:spcAft>
              <a:buSzPts val="1000"/>
              <a:buChar char="●"/>
            </a:pPr>
            <a:r>
              <a:rPr lang="es" sz="1000" u="sng">
                <a:hlinkClick r:id="rId18"/>
              </a:rPr>
              <a:t>https://www.verizon.com/about/our-company</a:t>
            </a:r>
            <a:r>
              <a:rPr lang="es" sz="1000"/>
              <a:t> </a:t>
            </a:r>
            <a:endParaRPr sz="1000"/>
          </a:p>
          <a:p>
            <a:pPr indent="-292100" lvl="0" marL="457200" rtl="0" algn="l">
              <a:lnSpc>
                <a:spcPct val="100000"/>
              </a:lnSpc>
              <a:spcBef>
                <a:spcPts val="0"/>
              </a:spcBef>
              <a:spcAft>
                <a:spcPts val="0"/>
              </a:spcAft>
              <a:buSzPts val="1000"/>
              <a:buChar char="●"/>
            </a:pPr>
            <a:r>
              <a:rPr lang="es" sz="1000" u="sng">
                <a:hlinkClick r:id="rId19"/>
              </a:rPr>
              <a:t>https://umbrex.com/resources/strategy-of-the-fortune-500/strategy-of-verizon-communications/</a:t>
            </a:r>
            <a:r>
              <a:rPr lang="es" sz="1000"/>
              <a:t> </a:t>
            </a:r>
            <a:endParaRPr sz="1000"/>
          </a:p>
          <a:p>
            <a:pPr indent="-292100" lvl="0" marL="457200" rtl="0" algn="l">
              <a:lnSpc>
                <a:spcPct val="100000"/>
              </a:lnSpc>
              <a:spcBef>
                <a:spcPts val="0"/>
              </a:spcBef>
              <a:spcAft>
                <a:spcPts val="0"/>
              </a:spcAft>
              <a:buSzPts val="1000"/>
              <a:buChar char="●"/>
            </a:pPr>
            <a:r>
              <a:rPr lang="es" sz="1000"/>
              <a:t> </a:t>
            </a:r>
            <a:r>
              <a:rPr lang="es" sz="1000" u="sng">
                <a:hlinkClick r:id="rId20"/>
              </a:rPr>
              <a:t>https://www.verizon.com/about/responsibility/sustainability</a:t>
            </a:r>
            <a:r>
              <a:rPr lang="es" sz="1000"/>
              <a:t> </a:t>
            </a:r>
            <a:endParaRPr sz="1000"/>
          </a:p>
          <a:p>
            <a:pPr indent="-292100" lvl="0" marL="457200" rtl="0" algn="l">
              <a:lnSpc>
                <a:spcPct val="100000"/>
              </a:lnSpc>
              <a:spcBef>
                <a:spcPts val="0"/>
              </a:spcBef>
              <a:spcAft>
                <a:spcPts val="0"/>
              </a:spcAft>
              <a:buSzPts val="1000"/>
              <a:buChar char="●"/>
            </a:pPr>
            <a:r>
              <a:rPr lang="es" sz="1000" u="sng">
                <a:hlinkClick r:id="rId21"/>
              </a:rPr>
              <a:t>https://www.manufacturingdive.com/news/verizon-supplier-orbic-electronics-manufacturing-30m-plant-hauppauge-long-island-new-york/703800/</a:t>
            </a:r>
            <a:r>
              <a:rPr lang="es" sz="1000"/>
              <a:t>  </a:t>
            </a:r>
            <a:endParaRPr sz="1000"/>
          </a:p>
          <a:p>
            <a:pPr indent="-292100" lvl="0" marL="457200" rtl="0" algn="l">
              <a:lnSpc>
                <a:spcPct val="100000"/>
              </a:lnSpc>
              <a:spcBef>
                <a:spcPts val="0"/>
              </a:spcBef>
              <a:spcAft>
                <a:spcPts val="0"/>
              </a:spcAft>
              <a:buSzPts val="1000"/>
              <a:buChar char="●"/>
            </a:pPr>
            <a:r>
              <a:rPr lang="es" sz="1000" u="sng">
                <a:hlinkClick r:id="rId22"/>
              </a:rPr>
              <a:t>https://www.verizon.com/about/our-company/small-business-supplier/supplier-code-of-conduct</a:t>
            </a:r>
            <a:r>
              <a:rPr lang="es" sz="1000"/>
              <a:t>   </a:t>
            </a:r>
            <a:endParaRPr sz="1000"/>
          </a:p>
          <a:p>
            <a:pPr indent="-292100" lvl="0" marL="457200" rtl="0" algn="l">
              <a:lnSpc>
                <a:spcPct val="100000"/>
              </a:lnSpc>
              <a:spcBef>
                <a:spcPts val="0"/>
              </a:spcBef>
              <a:spcAft>
                <a:spcPts val="0"/>
              </a:spcAft>
              <a:buSzPts val="1000"/>
              <a:buChar char="●"/>
            </a:pPr>
            <a:r>
              <a:rPr lang="es" sz="1000" u="sng">
                <a:hlinkClick r:id="rId23"/>
              </a:rPr>
              <a:t>https://www.verizon.com/business/solutions/industry/distribution-logistics/</a:t>
            </a:r>
            <a:r>
              <a:rPr lang="es" sz="1000"/>
              <a:t> </a:t>
            </a:r>
            <a:endParaRPr sz="1000"/>
          </a:p>
          <a:p>
            <a:pPr indent="0" lvl="0" marL="0" rtl="0" algn="l">
              <a:spcBef>
                <a:spcPts val="1200"/>
              </a:spcBef>
              <a:spcAft>
                <a:spcPts val="0"/>
              </a:spcAft>
              <a:buNone/>
            </a:pPr>
            <a:r>
              <a:t/>
            </a:r>
            <a:endParaRPr sz="1350">
              <a:solidFill>
                <a:srgbClr val="333333"/>
              </a:solidFill>
              <a:latin typeface="Arial"/>
              <a:ea typeface="Arial"/>
              <a:cs typeface="Arial"/>
              <a:sym typeface="Arial"/>
            </a:endParaRPr>
          </a:p>
          <a:p>
            <a:pPr indent="0" lvl="0" marL="0" rtl="0" algn="l">
              <a:spcBef>
                <a:spcPts val="1600"/>
              </a:spcBef>
              <a:spcAft>
                <a:spcPts val="0"/>
              </a:spcAft>
              <a:buNone/>
            </a:pPr>
            <a:r>
              <a:t/>
            </a:r>
            <a:endParaRPr sz="1350">
              <a:solidFill>
                <a:srgbClr val="333333"/>
              </a:solidFill>
              <a:latin typeface="Arial"/>
              <a:ea typeface="Arial"/>
              <a:cs typeface="Arial"/>
              <a:sym typeface="Arial"/>
            </a:endParaRPr>
          </a:p>
          <a:p>
            <a:pPr indent="0" lvl="0" marL="0" rtl="0" algn="l">
              <a:spcBef>
                <a:spcPts val="1600"/>
              </a:spcBef>
              <a:spcAft>
                <a:spcPts val="1600"/>
              </a:spcAft>
              <a:buNone/>
            </a:pPr>
            <a:r>
              <a:t/>
            </a:r>
            <a:endParaRPr b="1" sz="1350">
              <a:solidFill>
                <a:srgbClr val="333333"/>
              </a:solidFill>
              <a:highlight>
                <a:srgbClr val="FFFFFF"/>
              </a:highlight>
              <a:latin typeface="Arial"/>
              <a:ea typeface="Arial"/>
              <a:cs typeface="Arial"/>
              <a:sym typeface="Arial"/>
            </a:endParaRPr>
          </a:p>
        </p:txBody>
      </p:sp>
      <p:sp>
        <p:nvSpPr>
          <p:cNvPr id="367" name="Google Shape;367;p47"/>
          <p:cNvSpPr txBox="1"/>
          <p:nvPr>
            <p:ph type="ctrTitle"/>
          </p:nvPr>
        </p:nvSpPr>
        <p:spPr>
          <a:xfrm>
            <a:off x="723600" y="470625"/>
            <a:ext cx="2078100" cy="94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Works Cited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vesment Business Plan by Slidego">
  <a:themeElements>
    <a:clrScheme name="Simple Light">
      <a:dk1>
        <a:srgbClr val="254C6D"/>
      </a:dk1>
      <a:lt1>
        <a:srgbClr val="F3F3F3"/>
      </a:lt1>
      <a:dk2>
        <a:srgbClr val="254C6D"/>
      </a:dk2>
      <a:lt2>
        <a:srgbClr val="EEEEEE"/>
      </a:lt2>
      <a:accent1>
        <a:srgbClr val="254C6D"/>
      </a:accent1>
      <a:accent2>
        <a:srgbClr val="254C6D"/>
      </a:accent2>
      <a:accent3>
        <a:srgbClr val="254C6D"/>
      </a:accent3>
      <a:accent4>
        <a:srgbClr val="254C6D"/>
      </a:accent4>
      <a:accent5>
        <a:srgbClr val="254C6D"/>
      </a:accent5>
      <a:accent6>
        <a:srgbClr val="254C6D"/>
      </a:accent6>
      <a:hlink>
        <a:srgbClr val="254C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